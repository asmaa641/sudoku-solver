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304" r:id="rId6"/>
    <p:sldId id="277" r:id="rId7"/>
    <p:sldId id="280" r:id="rId8"/>
  </p:sldIdLst>
  <p:sldSz cx="9144000" cy="5143500" type="screen16x9"/>
  <p:notesSz cx="6858000" cy="9144000"/>
  <p:embeddedFontLst>
    <p:embeddedFont>
      <p:font typeface="Denk One" panose="02000506060000020004" pitchFamily="2" charset="0"/>
      <p:regular r:id="rId10"/>
    </p:embeddedFont>
    <p:embeddedFont>
      <p:font typeface="Fira Sans Extra Condensed" panose="020B0503050000020004" pitchFamily="34" charset="0"/>
      <p:regular r:id="rId11"/>
      <p:bold r:id="rId12"/>
      <p:italic r:id="rId13"/>
      <p:boldItalic r:id="rId14"/>
    </p:embeddedFont>
    <p:embeddedFont>
      <p:font typeface="Orbitron" pitchFamily="2" charset="0"/>
      <p:regular r:id="rId15"/>
      <p:bold r:id="rId16"/>
    </p:embeddedFont>
    <p:embeddedFont>
      <p:font typeface="Quicksand" pitchFamily="2" charset="77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51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BA63ED-640B-41C2-9769-772593703018}">
  <a:tblStyle styleId="{6BBA63ED-640B-41C2-9769-772593703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58"/>
  </p:normalViewPr>
  <p:slideViewPr>
    <p:cSldViewPr snapToGrid="0">
      <p:cViewPr varScale="1">
        <p:scale>
          <a:sx n="160" d="100"/>
          <a:sy n="160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EG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f17053b67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1205" name="Google Shape;1205;gf17053b67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f60122e166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1302" name="Google Shape;1302;gf60122e166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cc9050bdf8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1357" name="Google Shape;1357;gcc9050bdf8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1390" name="Google Shape;1390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7" name="Google Shape;3387;g1109615dbae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3388" name="Google Shape;3388;g1109615dbae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cc9050bdf8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2049" name="Google Shape;2049;gcc9050bdf8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cc9050bdf8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EG"/>
          </a:p>
        </p:txBody>
      </p:sp>
      <p:sp>
        <p:nvSpPr>
          <p:cNvPr id="2220" name="Google Shape;2220;gcc9050bdf8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1132541" y="872113"/>
            <a:ext cx="6880552" cy="3180876"/>
            <a:chOff x="358350" y="258050"/>
            <a:chExt cx="8428950" cy="3896700"/>
          </a:xfrm>
        </p:grpSpPr>
        <p:sp>
          <p:nvSpPr>
            <p:cNvPr id="107" name="Google Shape;107;p8"/>
            <p:cNvSpPr/>
            <p:nvPr/>
          </p:nvSpPr>
          <p:spPr>
            <a:xfrm>
              <a:off x="358350" y="258050"/>
              <a:ext cx="8427300" cy="38967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360000" y="258050"/>
              <a:ext cx="8427300" cy="38967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" name="Google Shape;110;p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2" name="Google Shape;112;p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2060993" y="1717300"/>
            <a:ext cx="50163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6" name="Google Shape;116;p8"/>
          <p:cNvGrpSpPr/>
          <p:nvPr/>
        </p:nvGrpSpPr>
        <p:grpSpPr>
          <a:xfrm rot="10800000" flipH="1">
            <a:off x="4163640" y="3895409"/>
            <a:ext cx="825589" cy="93999"/>
            <a:chOff x="5718423" y="809024"/>
            <a:chExt cx="830071" cy="94500"/>
          </a:xfrm>
        </p:grpSpPr>
        <p:sp>
          <p:nvSpPr>
            <p:cNvPr id="117" name="Google Shape;117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E27B83">
                <a:alpha val="4420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23" name="Google Shape;123;p9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" name="Google Shape;125;p9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9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9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9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31" name="Google Shape;131;p9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2" name="Google Shape;132;p9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33" name="Google Shape;133;p9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34;p9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9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 rot="625">
            <a:off x="720000" y="2140064"/>
            <a:ext cx="3297600" cy="14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subTitle" idx="1"/>
          </p:nvPr>
        </p:nvSpPr>
        <p:spPr>
          <a:xfrm>
            <a:off x="4712700" y="1444133"/>
            <a:ext cx="3458100" cy="22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" name="Google Shape;280;p2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91" name="Google Shape;291;p20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2" hasCustomPrompt="1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 idx="5" hasCustomPrompt="1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8" hasCustomPrompt="1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13" hasCustomPrompt="1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303" name="Google Shape;303;p20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3_1_1_1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36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574" name="Google Shape;574;p36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6" name="Google Shape;576;p36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577" name="Google Shape;577;p3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36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582" name="Google Shape;582;p36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3" name="Google Shape;583;p36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84" name="Google Shape;584;p36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6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6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87" name="Google Shape;587;p36"/>
          <p:cNvSpPr txBox="1">
            <a:spLocks noGrp="1"/>
          </p:cNvSpPr>
          <p:nvPr>
            <p:ph type="title"/>
          </p:nvPr>
        </p:nvSpPr>
        <p:spPr>
          <a:xfrm>
            <a:off x="1436725" y="3822600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8" name="Google Shape;588;p36"/>
          <p:cNvSpPr txBox="1">
            <a:spLocks noGrp="1"/>
          </p:cNvSpPr>
          <p:nvPr>
            <p:ph type="subTitle" idx="1"/>
          </p:nvPr>
        </p:nvSpPr>
        <p:spPr>
          <a:xfrm>
            <a:off x="3314625" y="2770733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36"/>
          <p:cNvSpPr txBox="1">
            <a:spLocks noGrp="1"/>
          </p:cNvSpPr>
          <p:nvPr>
            <p:ph type="title" idx="2"/>
          </p:nvPr>
        </p:nvSpPr>
        <p:spPr>
          <a:xfrm>
            <a:off x="1436725" y="2952225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0" name="Google Shape;590;p36"/>
          <p:cNvSpPr txBox="1">
            <a:spLocks noGrp="1"/>
          </p:cNvSpPr>
          <p:nvPr>
            <p:ph type="subTitle" idx="3"/>
          </p:nvPr>
        </p:nvSpPr>
        <p:spPr>
          <a:xfrm>
            <a:off x="3314625" y="3676353"/>
            <a:ext cx="25863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36"/>
          <p:cNvSpPr txBox="1">
            <a:spLocks noGrp="1"/>
          </p:cNvSpPr>
          <p:nvPr>
            <p:ph type="title" idx="4"/>
          </p:nvPr>
        </p:nvSpPr>
        <p:spPr>
          <a:xfrm>
            <a:off x="1436725" y="2046588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2" name="Google Shape;592;p36"/>
          <p:cNvSpPr txBox="1">
            <a:spLocks noGrp="1"/>
          </p:cNvSpPr>
          <p:nvPr>
            <p:ph type="subTitle" idx="5"/>
          </p:nvPr>
        </p:nvSpPr>
        <p:spPr>
          <a:xfrm>
            <a:off x="3314625" y="1865100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36"/>
          <p:cNvSpPr txBox="1">
            <a:spLocks noGrp="1"/>
          </p:cNvSpPr>
          <p:nvPr>
            <p:ph type="title" idx="6"/>
          </p:nvPr>
        </p:nvSpPr>
        <p:spPr>
          <a:xfrm>
            <a:off x="720000" y="692400"/>
            <a:ext cx="4372500" cy="10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3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618" name="Google Shape;618;p3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0" name="Google Shape;620;p3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621" name="Google Shape;621;p3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5" name="Google Shape;625;p3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626" name="Google Shape;626;p3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7" name="Google Shape;627;p3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628" name="Google Shape;628;p3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31" name="Google Shape;631;p38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38"/>
          <p:cNvSpPr txBox="1">
            <a:spLocks noGrp="1"/>
          </p:cNvSpPr>
          <p:nvPr>
            <p:ph type="title" idx="2"/>
          </p:nvPr>
        </p:nvSpPr>
        <p:spPr>
          <a:xfrm>
            <a:off x="1691750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3" name="Google Shape;633;p38"/>
          <p:cNvSpPr txBox="1">
            <a:spLocks noGrp="1"/>
          </p:cNvSpPr>
          <p:nvPr>
            <p:ph type="subTitle" idx="1"/>
          </p:nvPr>
        </p:nvSpPr>
        <p:spPr>
          <a:xfrm>
            <a:off x="1691739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38"/>
          <p:cNvSpPr txBox="1">
            <a:spLocks noGrp="1"/>
          </p:cNvSpPr>
          <p:nvPr>
            <p:ph type="title" idx="3"/>
          </p:nvPr>
        </p:nvSpPr>
        <p:spPr>
          <a:xfrm>
            <a:off x="5199000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5" name="Google Shape;635;p38"/>
          <p:cNvSpPr txBox="1">
            <a:spLocks noGrp="1"/>
          </p:cNvSpPr>
          <p:nvPr>
            <p:ph type="subTitle" idx="4"/>
          </p:nvPr>
        </p:nvSpPr>
        <p:spPr>
          <a:xfrm>
            <a:off x="5198989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6" name="Google Shape;636;p38"/>
          <p:cNvSpPr txBox="1">
            <a:spLocks noGrp="1"/>
          </p:cNvSpPr>
          <p:nvPr>
            <p:ph type="title" idx="5"/>
          </p:nvPr>
        </p:nvSpPr>
        <p:spPr>
          <a:xfrm>
            <a:off x="1691750" y="3487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7" name="Google Shape;637;p38"/>
          <p:cNvSpPr txBox="1">
            <a:spLocks noGrp="1"/>
          </p:cNvSpPr>
          <p:nvPr>
            <p:ph type="subTitle" idx="6"/>
          </p:nvPr>
        </p:nvSpPr>
        <p:spPr>
          <a:xfrm>
            <a:off x="1691739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title" idx="7"/>
          </p:nvPr>
        </p:nvSpPr>
        <p:spPr>
          <a:xfrm>
            <a:off x="5199000" y="3487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39" name="Google Shape;639;p38"/>
          <p:cNvSpPr txBox="1">
            <a:spLocks noGrp="1"/>
          </p:cNvSpPr>
          <p:nvPr>
            <p:ph type="subTitle" idx="8"/>
          </p:nvPr>
        </p:nvSpPr>
        <p:spPr>
          <a:xfrm>
            <a:off x="5198989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2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85725" dist="3810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rot="10800000" flipH="1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name="adj" fmla="val 7978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6" r:id="rId6"/>
    <p:sldLayoutId id="2147483682" r:id="rId7"/>
    <p:sldLayoutId id="2147483684" r:id="rId8"/>
    <p:sldLayoutId id="2147483706" r:id="rId9"/>
    <p:sldLayoutId id="2147483707" r:id="rId10"/>
    <p:sldLayoutId id="2147483708" r:id="rId11"/>
    <p:sldLayoutId id="214748370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Sudoku</a:t>
            </a:r>
            <a:endParaRPr dirty="0"/>
          </a:p>
        </p:txBody>
      </p:sp>
      <p:sp>
        <p:nvSpPr>
          <p:cNvPr id="1208" name="Google Shape;1208;p69"/>
          <p:cNvSpPr/>
          <p:nvPr/>
        </p:nvSpPr>
        <p:spPr>
          <a:xfrm>
            <a:off x="720000" y="3778124"/>
            <a:ext cx="3977165" cy="534975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69"/>
          <p:cNvSpPr txBox="1">
            <a:spLocks noGrp="1"/>
          </p:cNvSpPr>
          <p:nvPr>
            <p:ph type="subTitle" idx="1"/>
          </p:nvPr>
        </p:nvSpPr>
        <p:spPr>
          <a:xfrm>
            <a:off x="753632" y="3824033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Jumana Moussa, Asmaa Elshabshiri, Arwa Hassan, Nadine Donia</a:t>
            </a:r>
            <a:endParaRPr dirty="0"/>
          </a:p>
        </p:txBody>
      </p:sp>
      <p:sp>
        <p:nvSpPr>
          <p:cNvPr id="1210" name="Google Shape;1210;p69"/>
          <p:cNvSpPr/>
          <p:nvPr/>
        </p:nvSpPr>
        <p:spPr>
          <a:xfrm>
            <a:off x="7945430" y="395745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38100" dir="5400000" algn="bl" rotWithShape="0">
              <a:schemeClr val="dk1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9"/>
          <p:cNvSpPr/>
          <p:nvPr/>
        </p:nvSpPr>
        <p:spPr>
          <a:xfrm>
            <a:off x="4816755" y="110447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2" name="Google Shape;1212;p69"/>
          <p:cNvGrpSpPr/>
          <p:nvPr/>
        </p:nvGrpSpPr>
        <p:grpSpPr>
          <a:xfrm>
            <a:off x="4985306" y="1282487"/>
            <a:ext cx="3427498" cy="2849974"/>
            <a:chOff x="4985306" y="1282487"/>
            <a:chExt cx="3427498" cy="2849974"/>
          </a:xfrm>
        </p:grpSpPr>
        <p:sp>
          <p:nvSpPr>
            <p:cNvPr id="1213" name="Google Shape;1213;p69"/>
            <p:cNvSpPr/>
            <p:nvPr/>
          </p:nvSpPr>
          <p:spPr>
            <a:xfrm>
              <a:off x="5044568" y="1717313"/>
              <a:ext cx="3151960" cy="2106720"/>
            </a:xfrm>
            <a:custGeom>
              <a:avLst/>
              <a:gdLst/>
              <a:ahLst/>
              <a:cxnLst/>
              <a:rect l="l" t="t" r="r" b="b"/>
              <a:pathLst>
                <a:path w="147116" h="98330" extrusionOk="0">
                  <a:moveTo>
                    <a:pt x="1490" y="0"/>
                  </a:moveTo>
                  <a:cubicBezTo>
                    <a:pt x="669" y="0"/>
                    <a:pt x="0" y="638"/>
                    <a:pt x="0" y="1489"/>
                  </a:cubicBezTo>
                  <a:lnTo>
                    <a:pt x="0" y="2979"/>
                  </a:lnTo>
                  <a:lnTo>
                    <a:pt x="0" y="96932"/>
                  </a:lnTo>
                  <a:cubicBezTo>
                    <a:pt x="0" y="97722"/>
                    <a:pt x="639" y="98330"/>
                    <a:pt x="1399" y="98330"/>
                  </a:cubicBezTo>
                  <a:lnTo>
                    <a:pt x="145657" y="98330"/>
                  </a:lnTo>
                  <a:cubicBezTo>
                    <a:pt x="146447" y="98330"/>
                    <a:pt x="147055" y="97691"/>
                    <a:pt x="147055" y="96932"/>
                  </a:cubicBezTo>
                  <a:lnTo>
                    <a:pt x="147055" y="2979"/>
                  </a:lnTo>
                  <a:lnTo>
                    <a:pt x="147055" y="1489"/>
                  </a:lnTo>
                  <a:cubicBezTo>
                    <a:pt x="147116" y="638"/>
                    <a:pt x="146477" y="0"/>
                    <a:pt x="14562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3810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9"/>
            <p:cNvSpPr/>
            <p:nvPr/>
          </p:nvSpPr>
          <p:spPr>
            <a:xfrm>
              <a:off x="4985949" y="1711443"/>
              <a:ext cx="3151318" cy="2043559"/>
            </a:xfrm>
            <a:custGeom>
              <a:avLst/>
              <a:gdLst/>
              <a:ahLst/>
              <a:cxnLst/>
              <a:rect l="l" t="t" r="r" b="b"/>
              <a:pathLst>
                <a:path w="147086" h="95382" extrusionOk="0">
                  <a:moveTo>
                    <a:pt x="1" y="1"/>
                  </a:moveTo>
                  <a:lnTo>
                    <a:pt x="1" y="93984"/>
                  </a:lnTo>
                  <a:cubicBezTo>
                    <a:pt x="1" y="94744"/>
                    <a:pt x="609" y="95382"/>
                    <a:pt x="1399" y="95382"/>
                  </a:cubicBezTo>
                  <a:lnTo>
                    <a:pt x="145627" y="95382"/>
                  </a:lnTo>
                  <a:cubicBezTo>
                    <a:pt x="146417" y="95382"/>
                    <a:pt x="147086" y="94774"/>
                    <a:pt x="147086" y="93984"/>
                  </a:cubicBezTo>
                  <a:lnTo>
                    <a:pt x="1470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9"/>
            <p:cNvSpPr/>
            <p:nvPr/>
          </p:nvSpPr>
          <p:spPr>
            <a:xfrm>
              <a:off x="4985306" y="1648282"/>
              <a:ext cx="3151960" cy="63182"/>
            </a:xfrm>
            <a:custGeom>
              <a:avLst/>
              <a:gdLst/>
              <a:ahLst/>
              <a:cxnLst/>
              <a:rect l="l" t="t" r="r" b="b"/>
              <a:pathLst>
                <a:path w="147116" h="2949" extrusionOk="0">
                  <a:moveTo>
                    <a:pt x="1459" y="0"/>
                  </a:moveTo>
                  <a:cubicBezTo>
                    <a:pt x="639" y="0"/>
                    <a:pt x="0" y="669"/>
                    <a:pt x="0" y="1490"/>
                  </a:cubicBezTo>
                  <a:lnTo>
                    <a:pt x="0" y="2949"/>
                  </a:lnTo>
                  <a:lnTo>
                    <a:pt x="147116" y="2949"/>
                  </a:lnTo>
                  <a:lnTo>
                    <a:pt x="147116" y="1490"/>
                  </a:lnTo>
                  <a:cubicBezTo>
                    <a:pt x="147116" y="638"/>
                    <a:pt x="146417" y="0"/>
                    <a:pt x="145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9"/>
            <p:cNvSpPr/>
            <p:nvPr/>
          </p:nvSpPr>
          <p:spPr>
            <a:xfrm>
              <a:off x="5026335" y="1674313"/>
              <a:ext cx="18254" cy="17611"/>
            </a:xfrm>
            <a:custGeom>
              <a:avLst/>
              <a:gdLst/>
              <a:ahLst/>
              <a:cxnLst/>
              <a:rect l="l" t="t" r="r" b="b"/>
              <a:pathLst>
                <a:path w="852" h="822" extrusionOk="0">
                  <a:moveTo>
                    <a:pt x="426" y="1"/>
                  </a:moveTo>
                  <a:cubicBezTo>
                    <a:pt x="183" y="1"/>
                    <a:pt x="0" y="183"/>
                    <a:pt x="0" y="427"/>
                  </a:cubicBezTo>
                  <a:cubicBezTo>
                    <a:pt x="0" y="639"/>
                    <a:pt x="183" y="822"/>
                    <a:pt x="426" y="822"/>
                  </a:cubicBezTo>
                  <a:cubicBezTo>
                    <a:pt x="669" y="822"/>
                    <a:pt x="851" y="639"/>
                    <a:pt x="851" y="427"/>
                  </a:cubicBezTo>
                  <a:cubicBezTo>
                    <a:pt x="851" y="183"/>
                    <a:pt x="66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9"/>
            <p:cNvSpPr/>
            <p:nvPr/>
          </p:nvSpPr>
          <p:spPr>
            <a:xfrm>
              <a:off x="5071263" y="1674313"/>
              <a:ext cx="18254" cy="17611"/>
            </a:xfrm>
            <a:custGeom>
              <a:avLst/>
              <a:gdLst/>
              <a:ahLst/>
              <a:cxnLst/>
              <a:rect l="l" t="t" r="r" b="b"/>
              <a:pathLst>
                <a:path w="852" h="822" extrusionOk="0">
                  <a:moveTo>
                    <a:pt x="426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6" y="822"/>
                  </a:cubicBezTo>
                  <a:cubicBezTo>
                    <a:pt x="639" y="822"/>
                    <a:pt x="852" y="639"/>
                    <a:pt x="852" y="427"/>
                  </a:cubicBezTo>
                  <a:cubicBezTo>
                    <a:pt x="852" y="183"/>
                    <a:pt x="639" y="1"/>
                    <a:pt x="426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9"/>
            <p:cNvSpPr/>
            <p:nvPr/>
          </p:nvSpPr>
          <p:spPr>
            <a:xfrm>
              <a:off x="5116192" y="1674313"/>
              <a:ext cx="17611" cy="17611"/>
            </a:xfrm>
            <a:custGeom>
              <a:avLst/>
              <a:gdLst/>
              <a:ahLst/>
              <a:cxnLst/>
              <a:rect l="l" t="t" r="r" b="b"/>
              <a:pathLst>
                <a:path w="822" h="822" extrusionOk="0">
                  <a:moveTo>
                    <a:pt x="427" y="1"/>
                  </a:moveTo>
                  <a:cubicBezTo>
                    <a:pt x="183" y="1"/>
                    <a:pt x="1" y="183"/>
                    <a:pt x="1" y="427"/>
                  </a:cubicBezTo>
                  <a:cubicBezTo>
                    <a:pt x="1" y="639"/>
                    <a:pt x="183" y="822"/>
                    <a:pt x="427" y="822"/>
                  </a:cubicBezTo>
                  <a:cubicBezTo>
                    <a:pt x="639" y="822"/>
                    <a:pt x="822" y="639"/>
                    <a:pt x="822" y="427"/>
                  </a:cubicBezTo>
                  <a:cubicBezTo>
                    <a:pt x="822" y="183"/>
                    <a:pt x="639" y="1"/>
                    <a:pt x="427" y="1"/>
                  </a:cubicBezTo>
                  <a:close/>
                </a:path>
              </a:pathLst>
            </a:custGeom>
            <a:solidFill>
              <a:srgbClr val="8859F7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9"/>
            <p:cNvSpPr/>
            <p:nvPr/>
          </p:nvSpPr>
          <p:spPr>
            <a:xfrm>
              <a:off x="5053706" y="1787625"/>
              <a:ext cx="3014540" cy="1892492"/>
            </a:xfrm>
            <a:custGeom>
              <a:avLst/>
              <a:gdLst/>
              <a:ahLst/>
              <a:cxnLst/>
              <a:rect l="l" t="t" r="r" b="b"/>
              <a:pathLst>
                <a:path w="140702" h="88331" extrusionOk="0">
                  <a:moveTo>
                    <a:pt x="0" y="1"/>
                  </a:moveTo>
                  <a:lnTo>
                    <a:pt x="0" y="88330"/>
                  </a:lnTo>
                  <a:lnTo>
                    <a:pt x="140702" y="88330"/>
                  </a:lnTo>
                  <a:lnTo>
                    <a:pt x="14070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0" name="Google Shape;1220;p69"/>
            <p:cNvGrpSpPr/>
            <p:nvPr/>
          </p:nvGrpSpPr>
          <p:grpSpPr>
            <a:xfrm>
              <a:off x="6414630" y="3150775"/>
              <a:ext cx="707500" cy="356921"/>
              <a:chOff x="2317875" y="3150775"/>
              <a:chExt cx="707500" cy="356921"/>
            </a:xfrm>
          </p:grpSpPr>
          <p:sp>
            <p:nvSpPr>
              <p:cNvPr id="1221" name="Google Shape;1221;p69"/>
              <p:cNvSpPr/>
              <p:nvPr/>
            </p:nvSpPr>
            <p:spPr>
              <a:xfrm>
                <a:off x="2317875" y="3150775"/>
                <a:ext cx="707500" cy="356921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2" name="Google Shape;1222;p69"/>
              <p:cNvGrpSpPr/>
              <p:nvPr/>
            </p:nvGrpSpPr>
            <p:grpSpPr>
              <a:xfrm>
                <a:off x="2415693" y="3236562"/>
                <a:ext cx="471900" cy="95000"/>
                <a:chOff x="5088750" y="3020450"/>
                <a:chExt cx="471900" cy="95000"/>
              </a:xfrm>
            </p:grpSpPr>
            <p:sp>
              <p:nvSpPr>
                <p:cNvPr id="1223" name="Google Shape;1223;p69"/>
                <p:cNvSpPr/>
                <p:nvPr/>
              </p:nvSpPr>
              <p:spPr>
                <a:xfrm>
                  <a:off x="5088750" y="3020450"/>
                  <a:ext cx="95000" cy="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" h="3800" extrusionOk="0">
                      <a:moveTo>
                        <a:pt x="1885" y="0"/>
                      </a:moveTo>
                      <a:cubicBezTo>
                        <a:pt x="821" y="0"/>
                        <a:pt x="0" y="821"/>
                        <a:pt x="0" y="1885"/>
                      </a:cubicBezTo>
                      <a:cubicBezTo>
                        <a:pt x="0" y="2949"/>
                        <a:pt x="821" y="3800"/>
                        <a:pt x="1885" y="3800"/>
                      </a:cubicBezTo>
                      <a:cubicBezTo>
                        <a:pt x="2948" y="3800"/>
                        <a:pt x="3800" y="2949"/>
                        <a:pt x="3800" y="1885"/>
                      </a:cubicBezTo>
                      <a:cubicBezTo>
                        <a:pt x="3800" y="821"/>
                        <a:pt x="2918" y="0"/>
                        <a:pt x="188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69"/>
                <p:cNvSpPr/>
                <p:nvPr/>
              </p:nvSpPr>
              <p:spPr>
                <a:xfrm>
                  <a:off x="5225525" y="3031850"/>
                  <a:ext cx="33512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5" h="913" extrusionOk="0">
                      <a:moveTo>
                        <a:pt x="426" y="0"/>
                      </a:moveTo>
                      <a:cubicBezTo>
                        <a:pt x="183" y="0"/>
                        <a:pt x="0" y="183"/>
                        <a:pt x="0" y="426"/>
                      </a:cubicBezTo>
                      <a:lnTo>
                        <a:pt x="0" y="487"/>
                      </a:lnTo>
                      <a:cubicBezTo>
                        <a:pt x="0" y="730"/>
                        <a:pt x="183" y="912"/>
                        <a:pt x="426" y="912"/>
                      </a:cubicBezTo>
                      <a:lnTo>
                        <a:pt x="12979" y="912"/>
                      </a:lnTo>
                      <a:cubicBezTo>
                        <a:pt x="13222" y="912"/>
                        <a:pt x="13405" y="730"/>
                        <a:pt x="13405" y="487"/>
                      </a:cubicBezTo>
                      <a:lnTo>
                        <a:pt x="13405" y="426"/>
                      </a:lnTo>
                      <a:cubicBezTo>
                        <a:pt x="13405" y="183"/>
                        <a:pt x="13222" y="0"/>
                        <a:pt x="129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69"/>
                <p:cNvSpPr/>
                <p:nvPr/>
              </p:nvSpPr>
              <p:spPr>
                <a:xfrm>
                  <a:off x="5225525" y="3086550"/>
                  <a:ext cx="186950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913" extrusionOk="0">
                      <a:moveTo>
                        <a:pt x="426" y="1"/>
                      </a:moveTo>
                      <a:cubicBezTo>
                        <a:pt x="183" y="1"/>
                        <a:pt x="0" y="183"/>
                        <a:pt x="0" y="426"/>
                      </a:cubicBezTo>
                      <a:lnTo>
                        <a:pt x="0" y="517"/>
                      </a:lnTo>
                      <a:cubicBezTo>
                        <a:pt x="0" y="730"/>
                        <a:pt x="183" y="913"/>
                        <a:pt x="426" y="913"/>
                      </a:cubicBezTo>
                      <a:lnTo>
                        <a:pt x="7052" y="913"/>
                      </a:lnTo>
                      <a:cubicBezTo>
                        <a:pt x="7295" y="913"/>
                        <a:pt x="7478" y="730"/>
                        <a:pt x="7478" y="517"/>
                      </a:cubicBezTo>
                      <a:lnTo>
                        <a:pt x="7478" y="426"/>
                      </a:lnTo>
                      <a:cubicBezTo>
                        <a:pt x="7478" y="183"/>
                        <a:pt x="7295" y="1"/>
                        <a:pt x="705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69"/>
                <p:cNvSpPr/>
                <p:nvPr/>
              </p:nvSpPr>
              <p:spPr>
                <a:xfrm>
                  <a:off x="5434500" y="3086550"/>
                  <a:ext cx="53975" cy="2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" h="913" extrusionOk="0">
                      <a:moveTo>
                        <a:pt x="456" y="1"/>
                      </a:moveTo>
                      <a:cubicBezTo>
                        <a:pt x="183" y="1"/>
                        <a:pt x="0" y="244"/>
                        <a:pt x="0" y="457"/>
                      </a:cubicBezTo>
                      <a:cubicBezTo>
                        <a:pt x="0" y="730"/>
                        <a:pt x="213" y="913"/>
                        <a:pt x="456" y="913"/>
                      </a:cubicBezTo>
                      <a:lnTo>
                        <a:pt x="1702" y="913"/>
                      </a:lnTo>
                      <a:cubicBezTo>
                        <a:pt x="1945" y="913"/>
                        <a:pt x="2128" y="730"/>
                        <a:pt x="2158" y="457"/>
                      </a:cubicBezTo>
                      <a:cubicBezTo>
                        <a:pt x="2158" y="214"/>
                        <a:pt x="1945" y="1"/>
                        <a:pt x="170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85725" dist="19050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27" name="Google Shape;1227;p69"/>
            <p:cNvGrpSpPr/>
            <p:nvPr/>
          </p:nvGrpSpPr>
          <p:grpSpPr>
            <a:xfrm>
              <a:off x="7199580" y="3150775"/>
              <a:ext cx="707500" cy="356921"/>
              <a:chOff x="3102825" y="3150775"/>
              <a:chExt cx="707500" cy="356921"/>
            </a:xfrm>
          </p:grpSpPr>
          <p:sp>
            <p:nvSpPr>
              <p:cNvPr id="1228" name="Google Shape;1228;p69"/>
              <p:cNvSpPr/>
              <p:nvPr/>
            </p:nvSpPr>
            <p:spPr>
              <a:xfrm>
                <a:off x="3102825" y="3150775"/>
                <a:ext cx="707500" cy="356921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69"/>
              <p:cNvSpPr/>
              <p:nvPr/>
            </p:nvSpPr>
            <p:spPr>
              <a:xfrm>
                <a:off x="3176913" y="3409013"/>
                <a:ext cx="266750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1612" extrusionOk="0">
                    <a:moveTo>
                      <a:pt x="791" y="1"/>
                    </a:moveTo>
                    <a:cubicBezTo>
                      <a:pt x="335" y="1"/>
                      <a:pt x="1" y="396"/>
                      <a:pt x="1" y="822"/>
                    </a:cubicBezTo>
                    <a:cubicBezTo>
                      <a:pt x="1" y="1278"/>
                      <a:pt x="366" y="1612"/>
                      <a:pt x="791" y="1612"/>
                    </a:cubicBezTo>
                    <a:lnTo>
                      <a:pt x="9880" y="1612"/>
                    </a:lnTo>
                    <a:cubicBezTo>
                      <a:pt x="10305" y="1612"/>
                      <a:pt x="10670" y="1247"/>
                      <a:pt x="10670" y="822"/>
                    </a:cubicBezTo>
                    <a:cubicBezTo>
                      <a:pt x="10670" y="366"/>
                      <a:pt x="10305" y="1"/>
                      <a:pt x="98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69"/>
              <p:cNvSpPr/>
              <p:nvPr/>
            </p:nvSpPr>
            <p:spPr>
              <a:xfrm>
                <a:off x="3176163" y="3209163"/>
                <a:ext cx="560825" cy="3955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1582" extrusionOk="0">
                    <a:moveTo>
                      <a:pt x="791" y="1"/>
                    </a:moveTo>
                    <a:cubicBezTo>
                      <a:pt x="335" y="1"/>
                      <a:pt x="1" y="366"/>
                      <a:pt x="1" y="791"/>
                    </a:cubicBezTo>
                    <a:cubicBezTo>
                      <a:pt x="1" y="1247"/>
                      <a:pt x="365" y="1581"/>
                      <a:pt x="791" y="1581"/>
                    </a:cubicBezTo>
                    <a:lnTo>
                      <a:pt x="21642" y="1581"/>
                    </a:lnTo>
                    <a:cubicBezTo>
                      <a:pt x="22098" y="1581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69"/>
              <p:cNvSpPr/>
              <p:nvPr/>
            </p:nvSpPr>
            <p:spPr>
              <a:xfrm>
                <a:off x="3176163" y="3308713"/>
                <a:ext cx="560825" cy="40300"/>
              </a:xfrm>
              <a:custGeom>
                <a:avLst/>
                <a:gdLst/>
                <a:ahLst/>
                <a:cxnLst/>
                <a:rect l="l" t="t" r="r" b="b"/>
                <a:pathLst>
                  <a:path w="22433" h="161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cubicBezTo>
                      <a:pt x="1" y="1247"/>
                      <a:pt x="365" y="1612"/>
                      <a:pt x="791" y="1612"/>
                    </a:cubicBezTo>
                    <a:lnTo>
                      <a:pt x="21642" y="1612"/>
                    </a:lnTo>
                    <a:cubicBezTo>
                      <a:pt x="22098" y="1612"/>
                      <a:pt x="22433" y="1247"/>
                      <a:pt x="22433" y="791"/>
                    </a:cubicBezTo>
                    <a:cubicBezTo>
                      <a:pt x="22433" y="335"/>
                      <a:pt x="22068" y="1"/>
                      <a:pt x="216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2" name="Google Shape;1232;p69"/>
            <p:cNvGrpSpPr/>
            <p:nvPr/>
          </p:nvGrpSpPr>
          <p:grpSpPr>
            <a:xfrm>
              <a:off x="6414640" y="2097213"/>
              <a:ext cx="1514782" cy="1006855"/>
              <a:chOff x="4981963" y="3755000"/>
              <a:chExt cx="1001575" cy="735575"/>
            </a:xfrm>
          </p:grpSpPr>
          <p:sp>
            <p:nvSpPr>
              <p:cNvPr id="1233" name="Google Shape;1233;p69"/>
              <p:cNvSpPr/>
              <p:nvPr/>
            </p:nvSpPr>
            <p:spPr>
              <a:xfrm>
                <a:off x="4981963" y="3755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7620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69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69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69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7" name="Google Shape;1237;p69"/>
            <p:cNvSpPr/>
            <p:nvPr/>
          </p:nvSpPr>
          <p:spPr>
            <a:xfrm>
              <a:off x="5246855" y="2672675"/>
              <a:ext cx="1076178" cy="835033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71438" dist="47625" dir="5400000" algn="bl" rotWithShape="0">
                <a:schemeClr val="dk1">
                  <a:alpha val="18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8" name="Google Shape;1238;p69"/>
            <p:cNvGrpSpPr/>
            <p:nvPr/>
          </p:nvGrpSpPr>
          <p:grpSpPr>
            <a:xfrm>
              <a:off x="5999093" y="1884550"/>
              <a:ext cx="707500" cy="707475"/>
              <a:chOff x="5921438" y="1923500"/>
              <a:chExt cx="707500" cy="707475"/>
            </a:xfrm>
          </p:grpSpPr>
          <p:sp>
            <p:nvSpPr>
              <p:cNvPr id="1239" name="Google Shape;1239;p69"/>
              <p:cNvSpPr/>
              <p:nvPr/>
            </p:nvSpPr>
            <p:spPr>
              <a:xfrm>
                <a:off x="5921438" y="1923500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69"/>
              <p:cNvSpPr/>
              <p:nvPr/>
            </p:nvSpPr>
            <p:spPr>
              <a:xfrm>
                <a:off x="6070750" y="2199097"/>
                <a:ext cx="404418" cy="244866"/>
              </a:xfrm>
              <a:custGeom>
                <a:avLst/>
                <a:gdLst/>
                <a:ahLst/>
                <a:cxnLst/>
                <a:rect l="l" t="t" r="r" b="b"/>
                <a:pathLst>
                  <a:path w="18876" h="11429" extrusionOk="0">
                    <a:moveTo>
                      <a:pt x="11976" y="0"/>
                    </a:moveTo>
                    <a:lnTo>
                      <a:pt x="8085" y="6262"/>
                    </a:lnTo>
                    <a:lnTo>
                      <a:pt x="5654" y="2249"/>
                    </a:lnTo>
                    <a:lnTo>
                      <a:pt x="0" y="11429"/>
                    </a:lnTo>
                    <a:lnTo>
                      <a:pt x="18876" y="11429"/>
                    </a:lnTo>
                    <a:lnTo>
                      <a:pt x="1197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69"/>
              <p:cNvSpPr/>
              <p:nvPr/>
            </p:nvSpPr>
            <p:spPr>
              <a:xfrm>
                <a:off x="6146294" y="2120938"/>
                <a:ext cx="89878" cy="89899"/>
              </a:xfrm>
              <a:custGeom>
                <a:avLst/>
                <a:gdLst/>
                <a:ahLst/>
                <a:cxnLst/>
                <a:rect l="l" t="t" r="r" b="b"/>
                <a:pathLst>
                  <a:path w="4195" h="4196" extrusionOk="0">
                    <a:moveTo>
                      <a:pt x="2097" y="1"/>
                    </a:moveTo>
                    <a:cubicBezTo>
                      <a:pt x="942" y="1"/>
                      <a:pt x="0" y="943"/>
                      <a:pt x="0" y="2098"/>
                    </a:cubicBezTo>
                    <a:cubicBezTo>
                      <a:pt x="0" y="3223"/>
                      <a:pt x="942" y="4195"/>
                      <a:pt x="2097" y="4195"/>
                    </a:cubicBezTo>
                    <a:cubicBezTo>
                      <a:pt x="3222" y="4195"/>
                      <a:pt x="4195" y="3223"/>
                      <a:pt x="4195" y="2098"/>
                    </a:cubicBezTo>
                    <a:cubicBezTo>
                      <a:pt x="4195" y="943"/>
                      <a:pt x="3222" y="1"/>
                      <a:pt x="2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2" name="Google Shape;1242;p69"/>
            <p:cNvSpPr/>
            <p:nvPr/>
          </p:nvSpPr>
          <p:spPr>
            <a:xfrm>
              <a:off x="7230732" y="2571057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E5D7FF"/>
            </a:solidFill>
            <a:ln>
              <a:noFill/>
            </a:ln>
            <a:effectLst>
              <a:outerShdw blurRad="57150" dist="19050" dir="5460000" algn="bl" rotWithShape="0">
                <a:schemeClr val="dk1">
                  <a:alpha val="15000"/>
                </a:schemeClr>
              </a:outerShdw>
              <a:reflection stA="10000" endPos="24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3" name="Google Shape;1243;p69"/>
            <p:cNvGrpSpPr/>
            <p:nvPr/>
          </p:nvGrpSpPr>
          <p:grpSpPr>
            <a:xfrm>
              <a:off x="6917447" y="2127681"/>
              <a:ext cx="560809" cy="513696"/>
              <a:chOff x="2820743" y="2218101"/>
              <a:chExt cx="814064" cy="745676"/>
            </a:xfrm>
          </p:grpSpPr>
          <p:sp>
            <p:nvSpPr>
              <p:cNvPr id="1244" name="Google Shape;1244;p69"/>
              <p:cNvSpPr/>
              <p:nvPr/>
            </p:nvSpPr>
            <p:spPr>
              <a:xfrm>
                <a:off x="3133976" y="2218101"/>
                <a:ext cx="500831" cy="707903"/>
              </a:xfrm>
              <a:custGeom>
                <a:avLst/>
                <a:gdLst/>
                <a:ahLst/>
                <a:cxnLst/>
                <a:rect l="l" t="t" r="r" b="b"/>
                <a:pathLst>
                  <a:path w="23376" h="33041" extrusionOk="0">
                    <a:moveTo>
                      <a:pt x="16263" y="0"/>
                    </a:moveTo>
                    <a:lnTo>
                      <a:pt x="1" y="16475"/>
                    </a:lnTo>
                    <a:lnTo>
                      <a:pt x="16779" y="33040"/>
                    </a:lnTo>
                    <a:cubicBezTo>
                      <a:pt x="20852" y="28815"/>
                      <a:pt x="23375" y="23101"/>
                      <a:pt x="23375" y="16779"/>
                    </a:cubicBezTo>
                    <a:cubicBezTo>
                      <a:pt x="23375" y="10213"/>
                      <a:pt x="20640" y="4256"/>
                      <a:pt x="162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69"/>
              <p:cNvSpPr/>
              <p:nvPr/>
            </p:nvSpPr>
            <p:spPr>
              <a:xfrm>
                <a:off x="3133976" y="2263030"/>
                <a:ext cx="217528" cy="308049"/>
              </a:xfrm>
              <a:custGeom>
                <a:avLst/>
                <a:gdLst/>
                <a:ahLst/>
                <a:cxnLst/>
                <a:rect l="l" t="t" r="r" b="b"/>
                <a:pathLst>
                  <a:path w="10153" h="14378" extrusionOk="0">
                    <a:moveTo>
                      <a:pt x="1" y="1"/>
                    </a:moveTo>
                    <a:lnTo>
                      <a:pt x="1" y="14378"/>
                    </a:lnTo>
                    <a:lnTo>
                      <a:pt x="10153" y="4134"/>
                    </a:lnTo>
                    <a:cubicBezTo>
                      <a:pt x="7539" y="1551"/>
                      <a:pt x="3952" y="1"/>
                      <a:pt x="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69"/>
              <p:cNvSpPr/>
              <p:nvPr/>
            </p:nvSpPr>
            <p:spPr>
              <a:xfrm>
                <a:off x="3133976" y="2571057"/>
                <a:ext cx="278761" cy="392720"/>
              </a:xfrm>
              <a:custGeom>
                <a:avLst/>
                <a:gdLst/>
                <a:ahLst/>
                <a:cxnLst/>
                <a:rect l="l" t="t" r="r" b="b"/>
                <a:pathLst>
                  <a:path w="13011" h="18330" extrusionOk="0">
                    <a:moveTo>
                      <a:pt x="1" y="1"/>
                    </a:moveTo>
                    <a:lnTo>
                      <a:pt x="1" y="18329"/>
                    </a:lnTo>
                    <a:cubicBezTo>
                      <a:pt x="5107" y="18329"/>
                      <a:pt x="9697" y="16232"/>
                      <a:pt x="13010" y="12828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69"/>
              <p:cNvSpPr/>
              <p:nvPr/>
            </p:nvSpPr>
            <p:spPr>
              <a:xfrm>
                <a:off x="2820743" y="2351601"/>
                <a:ext cx="311969" cy="440905"/>
              </a:xfrm>
              <a:custGeom>
                <a:avLst/>
                <a:gdLst/>
                <a:ahLst/>
                <a:cxnLst/>
                <a:rect l="l" t="t" r="r" b="b"/>
                <a:pathLst>
                  <a:path w="14561" h="20579" extrusionOk="0">
                    <a:moveTo>
                      <a:pt x="4438" y="0"/>
                    </a:moveTo>
                    <a:cubicBezTo>
                      <a:pt x="1703" y="2645"/>
                      <a:pt x="1" y="6353"/>
                      <a:pt x="1" y="10456"/>
                    </a:cubicBezTo>
                    <a:cubicBezTo>
                      <a:pt x="1" y="14408"/>
                      <a:pt x="1551" y="17964"/>
                      <a:pt x="4104" y="20578"/>
                    </a:cubicBezTo>
                    <a:lnTo>
                      <a:pt x="14560" y="10244"/>
                    </a:lnTo>
                    <a:lnTo>
                      <a:pt x="44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69"/>
              <p:cNvSpPr/>
              <p:nvPr/>
            </p:nvSpPr>
            <p:spPr>
              <a:xfrm>
                <a:off x="2917134" y="2263030"/>
                <a:ext cx="216864" cy="308049"/>
              </a:xfrm>
              <a:custGeom>
                <a:avLst/>
                <a:gdLst/>
                <a:ahLst/>
                <a:cxnLst/>
                <a:rect l="l" t="t" r="r" b="b"/>
                <a:pathLst>
                  <a:path w="10122" h="14378" extrusionOk="0">
                    <a:moveTo>
                      <a:pt x="10122" y="1"/>
                    </a:moveTo>
                    <a:cubicBezTo>
                      <a:pt x="6170" y="1"/>
                      <a:pt x="2614" y="1551"/>
                      <a:pt x="0" y="4104"/>
                    </a:cubicBezTo>
                    <a:lnTo>
                      <a:pt x="10122" y="14378"/>
                    </a:lnTo>
                    <a:lnTo>
                      <a:pt x="10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69"/>
              <p:cNvSpPr/>
              <p:nvPr/>
            </p:nvSpPr>
            <p:spPr>
              <a:xfrm>
                <a:off x="2910621" y="2571057"/>
                <a:ext cx="223377" cy="317176"/>
              </a:xfrm>
              <a:custGeom>
                <a:avLst/>
                <a:gdLst/>
                <a:ahLst/>
                <a:cxnLst/>
                <a:rect l="l" t="t" r="r" b="b"/>
                <a:pathLst>
                  <a:path w="10426" h="14804" extrusionOk="0">
                    <a:moveTo>
                      <a:pt x="10426" y="1"/>
                    </a:moveTo>
                    <a:lnTo>
                      <a:pt x="0" y="10335"/>
                    </a:lnTo>
                    <a:cubicBezTo>
                      <a:pt x="2645" y="13071"/>
                      <a:pt x="6322" y="14803"/>
                      <a:pt x="10426" y="14803"/>
                    </a:cubicBezTo>
                    <a:lnTo>
                      <a:pt x="1042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0" name="Google Shape;1250;p69"/>
            <p:cNvGrpSpPr/>
            <p:nvPr/>
          </p:nvGrpSpPr>
          <p:grpSpPr>
            <a:xfrm>
              <a:off x="6693855" y="1446700"/>
              <a:ext cx="1718949" cy="389816"/>
              <a:chOff x="6153850" y="1669725"/>
              <a:chExt cx="1718949" cy="389816"/>
            </a:xfrm>
          </p:grpSpPr>
          <p:sp>
            <p:nvSpPr>
              <p:cNvPr id="1251" name="Google Shape;1251;p69"/>
              <p:cNvSpPr/>
              <p:nvPr/>
            </p:nvSpPr>
            <p:spPr>
              <a:xfrm>
                <a:off x="6156586" y="1672448"/>
                <a:ext cx="1714402" cy="373134"/>
              </a:xfrm>
              <a:custGeom>
                <a:avLst/>
                <a:gdLst/>
                <a:ahLst/>
                <a:cxnLst/>
                <a:rect l="l" t="t" r="r" b="b"/>
                <a:pathLst>
                  <a:path w="141045" h="30698" extrusionOk="0">
                    <a:moveTo>
                      <a:pt x="2924" y="0"/>
                    </a:moveTo>
                    <a:cubicBezTo>
                      <a:pt x="1386" y="0"/>
                      <a:pt x="0" y="1386"/>
                      <a:pt x="0" y="3093"/>
                    </a:cubicBezTo>
                    <a:lnTo>
                      <a:pt x="0" y="27603"/>
                    </a:lnTo>
                    <a:cubicBezTo>
                      <a:pt x="0" y="29311"/>
                      <a:pt x="1386" y="30697"/>
                      <a:pt x="3093" y="30697"/>
                    </a:cubicBezTo>
                    <a:lnTo>
                      <a:pt x="137951" y="30697"/>
                    </a:lnTo>
                    <a:cubicBezTo>
                      <a:pt x="139659" y="30697"/>
                      <a:pt x="141045" y="29311"/>
                      <a:pt x="141045" y="27603"/>
                    </a:cubicBezTo>
                    <a:lnTo>
                      <a:pt x="141045" y="3093"/>
                    </a:lnTo>
                    <a:cubicBezTo>
                      <a:pt x="141045" y="1386"/>
                      <a:pt x="139659" y="0"/>
                      <a:pt x="137782" y="0"/>
                    </a:cubicBezTo>
                    <a:close/>
                  </a:path>
                </a:pathLst>
              </a:custGeom>
              <a:solidFill>
                <a:srgbClr val="A97FFF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69"/>
              <p:cNvSpPr/>
              <p:nvPr/>
            </p:nvSpPr>
            <p:spPr>
              <a:xfrm>
                <a:off x="6153850" y="1669725"/>
                <a:ext cx="1718949" cy="389816"/>
              </a:xfrm>
              <a:custGeom>
                <a:avLst/>
                <a:gdLst/>
                <a:ahLst/>
                <a:cxnLst/>
                <a:rect l="l" t="t" r="r" b="b"/>
                <a:pathLst>
                  <a:path w="140437" h="30090" extrusionOk="0">
                    <a:moveTo>
                      <a:pt x="2789" y="0"/>
                    </a:moveTo>
                    <a:cubicBezTo>
                      <a:pt x="1251" y="0"/>
                      <a:pt x="1" y="1251"/>
                      <a:pt x="1" y="2789"/>
                    </a:cubicBezTo>
                    <a:lnTo>
                      <a:pt x="1" y="27299"/>
                    </a:lnTo>
                    <a:cubicBezTo>
                      <a:pt x="1" y="28838"/>
                      <a:pt x="1251" y="30089"/>
                      <a:pt x="2789" y="30089"/>
                    </a:cubicBezTo>
                    <a:lnTo>
                      <a:pt x="137647" y="30089"/>
                    </a:lnTo>
                    <a:cubicBezTo>
                      <a:pt x="139186" y="30089"/>
                      <a:pt x="140437" y="28838"/>
                      <a:pt x="140437" y="27299"/>
                    </a:cubicBezTo>
                    <a:lnTo>
                      <a:pt x="140437" y="2789"/>
                    </a:lnTo>
                    <a:cubicBezTo>
                      <a:pt x="140437" y="1251"/>
                      <a:pt x="139186" y="0"/>
                      <a:pt x="13764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42863" dist="47625" dir="5280000" algn="bl" rotWithShape="0">
                  <a:schemeClr val="dk1">
                    <a:alpha val="1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69"/>
              <p:cNvSpPr/>
              <p:nvPr/>
            </p:nvSpPr>
            <p:spPr>
              <a:xfrm>
                <a:off x="6246166" y="1742495"/>
                <a:ext cx="233011" cy="233011"/>
              </a:xfrm>
              <a:custGeom>
                <a:avLst/>
                <a:gdLst/>
                <a:ahLst/>
                <a:cxnLst/>
                <a:rect l="l" t="t" r="r" b="b"/>
                <a:pathLst>
                  <a:path w="19170" h="19170" extrusionOk="0">
                    <a:moveTo>
                      <a:pt x="9584" y="1"/>
                    </a:moveTo>
                    <a:cubicBezTo>
                      <a:pt x="4294" y="1"/>
                      <a:pt x="0" y="4294"/>
                      <a:pt x="0" y="9586"/>
                    </a:cubicBezTo>
                    <a:cubicBezTo>
                      <a:pt x="0" y="14876"/>
                      <a:pt x="4294" y="19170"/>
                      <a:pt x="9584" y="19170"/>
                    </a:cubicBezTo>
                    <a:cubicBezTo>
                      <a:pt x="14876" y="19170"/>
                      <a:pt x="19169" y="14876"/>
                      <a:pt x="19169" y="9586"/>
                    </a:cubicBezTo>
                    <a:cubicBezTo>
                      <a:pt x="19169" y="4294"/>
                      <a:pt x="14876" y="1"/>
                      <a:pt x="958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BBF6F4"/>
                  </a:gs>
                  <a:gs pos="100000">
                    <a:srgbClr val="4EE0DB"/>
                  </a:gs>
                </a:gsLst>
                <a:lin ang="5400012" scaled="0"/>
              </a:gra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69"/>
              <p:cNvSpPr/>
              <p:nvPr/>
            </p:nvSpPr>
            <p:spPr>
              <a:xfrm>
                <a:off x="6579205" y="1795915"/>
                <a:ext cx="674967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55530" h="3095" extrusionOk="0">
                    <a:moveTo>
                      <a:pt x="1556" y="1"/>
                    </a:moveTo>
                    <a:cubicBezTo>
                      <a:pt x="694" y="1"/>
                      <a:pt x="1" y="694"/>
                      <a:pt x="1" y="1540"/>
                    </a:cubicBezTo>
                    <a:cubicBezTo>
                      <a:pt x="1" y="2401"/>
                      <a:pt x="694" y="3095"/>
                      <a:pt x="1556" y="3095"/>
                    </a:cubicBezTo>
                    <a:lnTo>
                      <a:pt x="53975" y="3095"/>
                    </a:lnTo>
                    <a:cubicBezTo>
                      <a:pt x="54836" y="3095"/>
                      <a:pt x="55530" y="2401"/>
                      <a:pt x="55530" y="1540"/>
                    </a:cubicBezTo>
                    <a:cubicBezTo>
                      <a:pt x="55530" y="694"/>
                      <a:pt x="54836" y="1"/>
                      <a:pt x="539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69"/>
              <p:cNvSpPr/>
              <p:nvPr/>
            </p:nvSpPr>
            <p:spPr>
              <a:xfrm>
                <a:off x="7302010" y="1795915"/>
                <a:ext cx="477315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39269" h="3095" extrusionOk="0">
                    <a:moveTo>
                      <a:pt x="1540" y="1"/>
                    </a:moveTo>
                    <a:cubicBezTo>
                      <a:pt x="695" y="1"/>
                      <a:pt x="1" y="694"/>
                      <a:pt x="1" y="1540"/>
                    </a:cubicBezTo>
                    <a:cubicBezTo>
                      <a:pt x="1" y="2401"/>
                      <a:pt x="695" y="3095"/>
                      <a:pt x="1540" y="3095"/>
                    </a:cubicBezTo>
                    <a:lnTo>
                      <a:pt x="37714" y="3095"/>
                    </a:lnTo>
                    <a:cubicBezTo>
                      <a:pt x="38575" y="3095"/>
                      <a:pt x="39269" y="2401"/>
                      <a:pt x="39269" y="1540"/>
                    </a:cubicBezTo>
                    <a:cubicBezTo>
                      <a:pt x="39269" y="694"/>
                      <a:pt x="38575" y="1"/>
                      <a:pt x="377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69"/>
              <p:cNvSpPr/>
              <p:nvPr/>
            </p:nvSpPr>
            <p:spPr>
              <a:xfrm>
                <a:off x="6579205" y="1890844"/>
                <a:ext cx="265064" cy="37620"/>
              </a:xfrm>
              <a:custGeom>
                <a:avLst/>
                <a:gdLst/>
                <a:ahLst/>
                <a:cxnLst/>
                <a:rect l="l" t="t" r="r" b="b"/>
                <a:pathLst>
                  <a:path w="21807" h="3095" extrusionOk="0">
                    <a:moveTo>
                      <a:pt x="1556" y="0"/>
                    </a:moveTo>
                    <a:cubicBezTo>
                      <a:pt x="694" y="0"/>
                      <a:pt x="1" y="694"/>
                      <a:pt x="1" y="1539"/>
                    </a:cubicBezTo>
                    <a:cubicBezTo>
                      <a:pt x="1" y="2401"/>
                      <a:pt x="694" y="3094"/>
                      <a:pt x="1556" y="3094"/>
                    </a:cubicBezTo>
                    <a:lnTo>
                      <a:pt x="20269" y="3094"/>
                    </a:lnTo>
                    <a:cubicBezTo>
                      <a:pt x="21114" y="3094"/>
                      <a:pt x="21806" y="2401"/>
                      <a:pt x="21806" y="1539"/>
                    </a:cubicBezTo>
                    <a:cubicBezTo>
                      <a:pt x="21806" y="694"/>
                      <a:pt x="21114" y="0"/>
                      <a:pt x="20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28575" dist="19050" dir="5280000" algn="bl" rotWithShape="0">
                  <a:schemeClr val="dk1">
                    <a:alpha val="17000"/>
                  </a:schemeClr>
                </a:outerShdw>
                <a:reflection stA="6000" endPos="25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7" name="Google Shape;1257;p69"/>
            <p:cNvGrpSpPr/>
            <p:nvPr/>
          </p:nvGrpSpPr>
          <p:grpSpPr>
            <a:xfrm>
              <a:off x="5293648" y="1384678"/>
              <a:ext cx="459836" cy="389787"/>
              <a:chOff x="5215992" y="1423628"/>
              <a:chExt cx="459836" cy="389787"/>
            </a:xfrm>
          </p:grpSpPr>
          <p:sp>
            <p:nvSpPr>
              <p:cNvPr id="1258" name="Google Shape;1258;p69"/>
              <p:cNvSpPr/>
              <p:nvPr/>
            </p:nvSpPr>
            <p:spPr>
              <a:xfrm>
                <a:off x="5215992" y="1423628"/>
                <a:ext cx="459836" cy="389787"/>
              </a:xfrm>
              <a:custGeom>
                <a:avLst/>
                <a:gdLst/>
                <a:ahLst/>
                <a:cxnLst/>
                <a:rect l="l" t="t" r="r" b="b"/>
                <a:pathLst>
                  <a:path w="37831" h="32068" extrusionOk="0">
                    <a:moveTo>
                      <a:pt x="4445" y="0"/>
                    </a:moveTo>
                    <a:cubicBezTo>
                      <a:pt x="1995" y="0"/>
                      <a:pt x="0" y="1995"/>
                      <a:pt x="0" y="4446"/>
                    </a:cubicBezTo>
                    <a:lnTo>
                      <a:pt x="0" y="23868"/>
                    </a:lnTo>
                    <a:cubicBezTo>
                      <a:pt x="0" y="26320"/>
                      <a:pt x="1995" y="28314"/>
                      <a:pt x="4445" y="28314"/>
                    </a:cubicBezTo>
                    <a:lnTo>
                      <a:pt x="15162" y="28314"/>
                    </a:lnTo>
                    <a:lnTo>
                      <a:pt x="18915" y="32067"/>
                    </a:lnTo>
                    <a:lnTo>
                      <a:pt x="22667" y="28314"/>
                    </a:lnTo>
                    <a:lnTo>
                      <a:pt x="33384" y="28314"/>
                    </a:lnTo>
                    <a:cubicBezTo>
                      <a:pt x="35836" y="28314"/>
                      <a:pt x="37831" y="26320"/>
                      <a:pt x="37831" y="23868"/>
                    </a:cubicBezTo>
                    <a:lnTo>
                      <a:pt x="37831" y="4446"/>
                    </a:lnTo>
                    <a:cubicBezTo>
                      <a:pt x="37831" y="1995"/>
                      <a:pt x="35836" y="0"/>
                      <a:pt x="333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FC809B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9"/>
              <p:cNvSpPr/>
              <p:nvPr/>
            </p:nvSpPr>
            <p:spPr>
              <a:xfrm>
                <a:off x="5360634" y="1526348"/>
                <a:ext cx="170547" cy="138713"/>
              </a:xfrm>
              <a:custGeom>
                <a:avLst/>
                <a:gdLst/>
                <a:ahLst/>
                <a:cxnLst/>
                <a:rect l="l" t="t" r="r" b="b"/>
                <a:pathLst>
                  <a:path w="14031" h="11412" extrusionOk="0">
                    <a:moveTo>
                      <a:pt x="3685" y="1"/>
                    </a:moveTo>
                    <a:cubicBezTo>
                      <a:pt x="1657" y="1"/>
                      <a:pt x="0" y="1641"/>
                      <a:pt x="0" y="3686"/>
                    </a:cubicBezTo>
                    <a:cubicBezTo>
                      <a:pt x="0" y="4565"/>
                      <a:pt x="0" y="6881"/>
                      <a:pt x="5004" y="10109"/>
                    </a:cubicBezTo>
                    <a:lnTo>
                      <a:pt x="7015" y="11412"/>
                    </a:lnTo>
                    <a:lnTo>
                      <a:pt x="9027" y="10109"/>
                    </a:lnTo>
                    <a:cubicBezTo>
                      <a:pt x="14030" y="6881"/>
                      <a:pt x="14030" y="4565"/>
                      <a:pt x="14030" y="3686"/>
                    </a:cubicBezTo>
                    <a:cubicBezTo>
                      <a:pt x="14030" y="1641"/>
                      <a:pt x="12390" y="1"/>
                      <a:pt x="10345" y="1"/>
                    </a:cubicBezTo>
                    <a:cubicBezTo>
                      <a:pt x="8874" y="1"/>
                      <a:pt x="7623" y="846"/>
                      <a:pt x="7015" y="2081"/>
                    </a:cubicBezTo>
                    <a:cubicBezTo>
                      <a:pt x="6424" y="846"/>
                      <a:pt x="5155" y="1"/>
                      <a:pt x="368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25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69"/>
            <p:cNvGrpSpPr/>
            <p:nvPr/>
          </p:nvGrpSpPr>
          <p:grpSpPr>
            <a:xfrm>
              <a:off x="6134530" y="1282487"/>
              <a:ext cx="436632" cy="284986"/>
              <a:chOff x="4842900" y="2922987"/>
              <a:chExt cx="436632" cy="284986"/>
            </a:xfrm>
          </p:grpSpPr>
          <p:sp>
            <p:nvSpPr>
              <p:cNvPr id="1261" name="Google Shape;1261;p69"/>
              <p:cNvSpPr/>
              <p:nvPr/>
            </p:nvSpPr>
            <p:spPr>
              <a:xfrm>
                <a:off x="4842900" y="2922987"/>
                <a:ext cx="436632" cy="284986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9"/>
              <p:cNvSpPr/>
              <p:nvPr/>
            </p:nvSpPr>
            <p:spPr>
              <a:xfrm>
                <a:off x="4917676" y="3006198"/>
                <a:ext cx="287065" cy="60824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18000"/>
                  </a:srgb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3" name="Google Shape;1263;p69"/>
            <p:cNvGrpSpPr/>
            <p:nvPr/>
          </p:nvGrpSpPr>
          <p:grpSpPr>
            <a:xfrm>
              <a:off x="6571165" y="3364761"/>
              <a:ext cx="767400" cy="767700"/>
              <a:chOff x="3375684" y="2512136"/>
              <a:chExt cx="767400" cy="767700"/>
            </a:xfrm>
          </p:grpSpPr>
          <p:sp>
            <p:nvSpPr>
              <p:cNvPr id="1264" name="Google Shape;1264;p69"/>
              <p:cNvSpPr/>
              <p:nvPr/>
            </p:nvSpPr>
            <p:spPr>
              <a:xfrm>
                <a:off x="3375684" y="2512136"/>
                <a:ext cx="767400" cy="767700"/>
              </a:xfrm>
              <a:prstGeom prst="ellipse">
                <a:avLst/>
              </a:pr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5" name="Google Shape;1265;p69"/>
              <p:cNvGrpSpPr/>
              <p:nvPr/>
            </p:nvGrpSpPr>
            <p:grpSpPr>
              <a:xfrm>
                <a:off x="3531930" y="2668504"/>
                <a:ext cx="454894" cy="454955"/>
                <a:chOff x="7325238" y="1448084"/>
                <a:chExt cx="269999" cy="269987"/>
              </a:xfrm>
            </p:grpSpPr>
            <p:sp>
              <p:nvSpPr>
                <p:cNvPr id="1266" name="Google Shape;1266;p69"/>
                <p:cNvSpPr/>
                <p:nvPr/>
              </p:nvSpPr>
              <p:spPr>
                <a:xfrm>
                  <a:off x="7325238" y="1448084"/>
                  <a:ext cx="269999" cy="269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3" h="22212" extrusionOk="0">
                      <a:moveTo>
                        <a:pt x="11106" y="0"/>
                      </a:moveTo>
                      <a:cubicBezTo>
                        <a:pt x="4987" y="0"/>
                        <a:pt x="1" y="4986"/>
                        <a:pt x="1" y="11105"/>
                      </a:cubicBezTo>
                      <a:cubicBezTo>
                        <a:pt x="1" y="17242"/>
                        <a:pt x="4987" y="22212"/>
                        <a:pt x="11106" y="22212"/>
                      </a:cubicBezTo>
                      <a:cubicBezTo>
                        <a:pt x="17225" y="22212"/>
                        <a:pt x="22212" y="17242"/>
                        <a:pt x="22212" y="11105"/>
                      </a:cubicBezTo>
                      <a:cubicBezTo>
                        <a:pt x="22212" y="4986"/>
                        <a:pt x="17225" y="0"/>
                        <a:pt x="1110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69"/>
                <p:cNvSpPr/>
                <p:nvPr/>
              </p:nvSpPr>
              <p:spPr>
                <a:xfrm>
                  <a:off x="7412764" y="1486894"/>
                  <a:ext cx="97191" cy="9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6" h="7914" extrusionOk="0">
                      <a:moveTo>
                        <a:pt x="4011" y="1"/>
                      </a:moveTo>
                      <a:cubicBezTo>
                        <a:pt x="1859" y="1"/>
                        <a:pt x="84" y="1730"/>
                        <a:pt x="51" y="3889"/>
                      </a:cubicBezTo>
                      <a:cubicBezTo>
                        <a:pt x="1" y="6070"/>
                        <a:pt x="1741" y="7879"/>
                        <a:pt x="3922" y="7912"/>
                      </a:cubicBezTo>
                      <a:cubicBezTo>
                        <a:pt x="3954" y="7913"/>
                        <a:pt x="3986" y="7913"/>
                        <a:pt x="4017" y="7913"/>
                      </a:cubicBezTo>
                      <a:cubicBezTo>
                        <a:pt x="6171" y="7913"/>
                        <a:pt x="7912" y="6191"/>
                        <a:pt x="7962" y="4042"/>
                      </a:cubicBezTo>
                      <a:cubicBezTo>
                        <a:pt x="7995" y="1861"/>
                        <a:pt x="6255" y="53"/>
                        <a:pt x="4074" y="1"/>
                      </a:cubicBezTo>
                      <a:cubicBezTo>
                        <a:pt x="4053" y="1"/>
                        <a:pt x="4032" y="1"/>
                        <a:pt x="40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8" name="Google Shape;1268;p69"/>
                <p:cNvSpPr/>
                <p:nvPr/>
              </p:nvSpPr>
              <p:spPr>
                <a:xfrm>
                  <a:off x="7366528" y="1603992"/>
                  <a:ext cx="184732" cy="105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98" h="8694" extrusionOk="0">
                      <a:moveTo>
                        <a:pt x="7551" y="1"/>
                      </a:moveTo>
                      <a:cubicBezTo>
                        <a:pt x="4102" y="1"/>
                        <a:pt x="1150" y="2179"/>
                        <a:pt x="1" y="5243"/>
                      </a:cubicBezTo>
                      <a:cubicBezTo>
                        <a:pt x="1860" y="7305"/>
                        <a:pt x="4531" y="8641"/>
                        <a:pt x="7540" y="8691"/>
                      </a:cubicBezTo>
                      <a:cubicBezTo>
                        <a:pt x="7618" y="8693"/>
                        <a:pt x="7697" y="8694"/>
                        <a:pt x="7775" y="8694"/>
                      </a:cubicBezTo>
                      <a:cubicBezTo>
                        <a:pt x="10690" y="8694"/>
                        <a:pt x="13321" y="7473"/>
                        <a:pt x="15198" y="5531"/>
                      </a:cubicBezTo>
                      <a:cubicBezTo>
                        <a:pt x="14150" y="2369"/>
                        <a:pt x="11208" y="54"/>
                        <a:pt x="7709" y="3"/>
                      </a:cubicBezTo>
                      <a:cubicBezTo>
                        <a:pt x="7656" y="2"/>
                        <a:pt x="7603" y="1"/>
                        <a:pt x="755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9" name="Google Shape;1269;p69"/>
            <p:cNvGrpSpPr/>
            <p:nvPr/>
          </p:nvGrpSpPr>
          <p:grpSpPr>
            <a:xfrm>
              <a:off x="5236755" y="1884550"/>
              <a:ext cx="707500" cy="707475"/>
              <a:chOff x="5146250" y="3137125"/>
              <a:chExt cx="707500" cy="707475"/>
            </a:xfrm>
          </p:grpSpPr>
          <p:sp>
            <p:nvSpPr>
              <p:cNvPr id="1270" name="Google Shape;1270;p69"/>
              <p:cNvSpPr/>
              <p:nvPr/>
            </p:nvSpPr>
            <p:spPr>
              <a:xfrm>
                <a:off x="5146250" y="3137125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3810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69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11886" h="1916" extrusionOk="0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69"/>
              <p:cNvSpPr/>
              <p:nvPr/>
            </p:nvSpPr>
            <p:spPr>
              <a:xfrm>
                <a:off x="5241250" y="3704000"/>
                <a:ext cx="297150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11886" h="1916" fill="none" extrusionOk="0">
                    <a:moveTo>
                      <a:pt x="10943" y="1915"/>
                    </a:moveTo>
                    <a:lnTo>
                      <a:pt x="943" y="1915"/>
                    </a:lnTo>
                    <a:cubicBezTo>
                      <a:pt x="426" y="1915"/>
                      <a:pt x="0" y="1490"/>
                      <a:pt x="0" y="942"/>
                    </a:cubicBezTo>
                    <a:lnTo>
                      <a:pt x="0" y="942"/>
                    </a:lnTo>
                    <a:cubicBezTo>
                      <a:pt x="0" y="426"/>
                      <a:pt x="426" y="0"/>
                      <a:pt x="943" y="0"/>
                    </a:cubicBezTo>
                    <a:lnTo>
                      <a:pt x="10943" y="0"/>
                    </a:lnTo>
                    <a:cubicBezTo>
                      <a:pt x="11459" y="0"/>
                      <a:pt x="11885" y="426"/>
                      <a:pt x="11885" y="942"/>
                    </a:cubicBezTo>
                    <a:lnTo>
                      <a:pt x="11885" y="942"/>
                    </a:lnTo>
                    <a:cubicBezTo>
                      <a:pt x="11885" y="1490"/>
                      <a:pt x="11459" y="1915"/>
                      <a:pt x="10943" y="1915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E0DDFB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69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7053" h="1916" extrusionOk="0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solidFill>
                <a:srgbClr val="DEDBF9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69"/>
              <p:cNvSpPr/>
              <p:nvPr/>
            </p:nvSpPr>
            <p:spPr>
              <a:xfrm>
                <a:off x="5582425" y="3704000"/>
                <a:ext cx="176325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7053" h="1916" fill="none" extrusionOk="0">
                    <a:moveTo>
                      <a:pt x="6111" y="1915"/>
                    </a:moveTo>
                    <a:lnTo>
                      <a:pt x="943" y="1915"/>
                    </a:lnTo>
                    <a:cubicBezTo>
                      <a:pt x="396" y="1915"/>
                      <a:pt x="1" y="1490"/>
                      <a:pt x="1" y="942"/>
                    </a:cubicBezTo>
                    <a:lnTo>
                      <a:pt x="1" y="942"/>
                    </a:lnTo>
                    <a:cubicBezTo>
                      <a:pt x="1" y="426"/>
                      <a:pt x="396" y="0"/>
                      <a:pt x="943" y="0"/>
                    </a:cubicBezTo>
                    <a:lnTo>
                      <a:pt x="6111" y="0"/>
                    </a:lnTo>
                    <a:cubicBezTo>
                      <a:pt x="6627" y="0"/>
                      <a:pt x="7053" y="426"/>
                      <a:pt x="7053" y="942"/>
                    </a:cubicBezTo>
                    <a:lnTo>
                      <a:pt x="7053" y="942"/>
                    </a:lnTo>
                    <a:cubicBezTo>
                      <a:pt x="7053" y="1490"/>
                      <a:pt x="6627" y="1915"/>
                      <a:pt x="6111" y="1915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rgbClr val="E0DDFB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69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0700" h="11430" extrusionOk="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9"/>
              <p:cNvSpPr/>
              <p:nvPr/>
            </p:nvSpPr>
            <p:spPr>
              <a:xfrm>
                <a:off x="5241250" y="3232850"/>
                <a:ext cx="517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0700" h="11430" fill="none" extrusionOk="0">
                    <a:moveTo>
                      <a:pt x="19180" y="11430"/>
                    </a:moveTo>
                    <a:lnTo>
                      <a:pt x="1520" y="11430"/>
                    </a:lnTo>
                    <a:cubicBezTo>
                      <a:pt x="669" y="11430"/>
                      <a:pt x="0" y="10761"/>
                      <a:pt x="0" y="9910"/>
                    </a:cubicBezTo>
                    <a:lnTo>
                      <a:pt x="0" y="1521"/>
                    </a:lnTo>
                    <a:cubicBezTo>
                      <a:pt x="0" y="670"/>
                      <a:pt x="669" y="1"/>
                      <a:pt x="1520" y="1"/>
                    </a:cubicBezTo>
                    <a:lnTo>
                      <a:pt x="19180" y="1"/>
                    </a:lnTo>
                    <a:cubicBezTo>
                      <a:pt x="20031" y="1"/>
                      <a:pt x="20700" y="670"/>
                      <a:pt x="20700" y="1521"/>
                    </a:cubicBezTo>
                    <a:lnTo>
                      <a:pt x="20700" y="9910"/>
                    </a:lnTo>
                    <a:cubicBezTo>
                      <a:pt x="20700" y="10761"/>
                      <a:pt x="20031" y="11430"/>
                      <a:pt x="19180" y="11430"/>
                    </a:cubicBezTo>
                    <a:close/>
                  </a:path>
                </a:pathLst>
              </a:custGeom>
              <a:noFill/>
              <a:ln w="9875" cap="flat" cmpd="sng">
                <a:solidFill>
                  <a:schemeClr val="lt1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9"/>
              <p:cNvSpPr/>
              <p:nvPr/>
            </p:nvSpPr>
            <p:spPr>
              <a:xfrm>
                <a:off x="5458575" y="3324050"/>
                <a:ext cx="86650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4074" extrusionOk="0">
                    <a:moveTo>
                      <a:pt x="3222" y="1703"/>
                    </a:moveTo>
                    <a:lnTo>
                      <a:pt x="578" y="152"/>
                    </a:lnTo>
                    <a:cubicBezTo>
                      <a:pt x="304" y="0"/>
                      <a:pt x="0" y="183"/>
                      <a:pt x="0" y="487"/>
                    </a:cubicBezTo>
                    <a:lnTo>
                      <a:pt x="0" y="3557"/>
                    </a:lnTo>
                    <a:cubicBezTo>
                      <a:pt x="0" y="3861"/>
                      <a:pt x="304" y="4073"/>
                      <a:pt x="578" y="3921"/>
                    </a:cubicBezTo>
                    <a:lnTo>
                      <a:pt x="3222" y="2341"/>
                    </a:lnTo>
                    <a:cubicBezTo>
                      <a:pt x="3466" y="2250"/>
                      <a:pt x="3466" y="1855"/>
                      <a:pt x="3222" y="17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69"/>
              <p:cNvSpPr/>
              <p:nvPr/>
            </p:nvSpPr>
            <p:spPr>
              <a:xfrm>
                <a:off x="5257200" y="3608250"/>
                <a:ext cx="4848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394" h="1" fill="none" extrusionOk="0">
                    <a:moveTo>
                      <a:pt x="1" y="0"/>
                    </a:moveTo>
                    <a:lnTo>
                      <a:pt x="19393" y="0"/>
                    </a:lnTo>
                  </a:path>
                </a:pathLst>
              </a:custGeom>
              <a:noFill/>
              <a:ln w="19000" cap="rnd" cmpd="sng">
                <a:solidFill>
                  <a:srgbClr val="DEDBF9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69"/>
              <p:cNvSpPr/>
              <p:nvPr/>
            </p:nvSpPr>
            <p:spPr>
              <a:xfrm>
                <a:off x="5257200" y="3608250"/>
                <a:ext cx="1527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111" h="1" fill="none" extrusionOk="0">
                    <a:moveTo>
                      <a:pt x="1" y="0"/>
                    </a:moveTo>
                    <a:lnTo>
                      <a:pt x="6110" y="0"/>
                    </a:lnTo>
                  </a:path>
                </a:pathLst>
              </a:custGeom>
              <a:noFill/>
              <a:ln w="19000" cap="rnd" cmpd="sng">
                <a:solidFill>
                  <a:srgbClr val="D074B5"/>
                </a:solidFill>
                <a:prstDash val="solid"/>
                <a:miter lim="30395"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69"/>
              <p:cNvSpPr/>
              <p:nvPr/>
            </p:nvSpPr>
            <p:spPr>
              <a:xfrm>
                <a:off x="5365100" y="3576325"/>
                <a:ext cx="63100" cy="6310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2524" extrusionOk="0">
                    <a:moveTo>
                      <a:pt x="2524" y="1277"/>
                    </a:moveTo>
                    <a:cubicBezTo>
                      <a:pt x="2524" y="1976"/>
                      <a:pt x="1977" y="2524"/>
                      <a:pt x="1277" y="2524"/>
                    </a:cubicBezTo>
                    <a:cubicBezTo>
                      <a:pt x="578" y="2524"/>
                      <a:pt x="1" y="1976"/>
                      <a:pt x="1" y="1277"/>
                    </a:cubicBezTo>
                    <a:cubicBezTo>
                      <a:pt x="1" y="578"/>
                      <a:pt x="578" y="1"/>
                      <a:pt x="1277" y="1"/>
                    </a:cubicBezTo>
                    <a:cubicBezTo>
                      <a:pt x="1977" y="1"/>
                      <a:pt x="2524" y="578"/>
                      <a:pt x="2524" y="1277"/>
                    </a:cubicBezTo>
                    <a:close/>
                  </a:path>
                </a:pathLst>
              </a:custGeom>
              <a:solidFill>
                <a:srgbClr val="DD81C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1" name="Google Shape;1281;p69"/>
            <p:cNvGrpSpPr/>
            <p:nvPr/>
          </p:nvGrpSpPr>
          <p:grpSpPr>
            <a:xfrm>
              <a:off x="5495867" y="2789445"/>
              <a:ext cx="622391" cy="623829"/>
              <a:chOff x="5096713" y="3964200"/>
              <a:chExt cx="324500" cy="325250"/>
            </a:xfrm>
          </p:grpSpPr>
          <p:sp>
            <p:nvSpPr>
              <p:cNvPr id="1282" name="Google Shape;1282;p69"/>
              <p:cNvSpPr/>
              <p:nvPr/>
            </p:nvSpPr>
            <p:spPr>
              <a:xfrm>
                <a:off x="5096713" y="3964200"/>
                <a:ext cx="3245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12980" h="13010" extrusionOk="0">
                    <a:moveTo>
                      <a:pt x="6445" y="699"/>
                    </a:moveTo>
                    <a:cubicBezTo>
                      <a:pt x="9636" y="699"/>
                      <a:pt x="12250" y="3313"/>
                      <a:pt x="12250" y="6505"/>
                    </a:cubicBezTo>
                    <a:cubicBezTo>
                      <a:pt x="12250" y="9697"/>
                      <a:pt x="9667" y="12311"/>
                      <a:pt x="6445" y="12311"/>
                    </a:cubicBezTo>
                    <a:cubicBezTo>
                      <a:pt x="3253" y="12311"/>
                      <a:pt x="639" y="9727"/>
                      <a:pt x="639" y="6505"/>
                    </a:cubicBezTo>
                    <a:cubicBezTo>
                      <a:pt x="639" y="3313"/>
                      <a:pt x="3253" y="699"/>
                      <a:pt x="6445" y="699"/>
                    </a:cubicBezTo>
                    <a:close/>
                    <a:moveTo>
                      <a:pt x="6475" y="0"/>
                    </a:moveTo>
                    <a:cubicBezTo>
                      <a:pt x="2919" y="0"/>
                      <a:pt x="1" y="2949"/>
                      <a:pt x="1" y="6505"/>
                    </a:cubicBezTo>
                    <a:cubicBezTo>
                      <a:pt x="1" y="10092"/>
                      <a:pt x="2888" y="13010"/>
                      <a:pt x="6475" y="13010"/>
                    </a:cubicBezTo>
                    <a:cubicBezTo>
                      <a:pt x="10062" y="13010"/>
                      <a:pt x="12980" y="10092"/>
                      <a:pt x="12980" y="6505"/>
                    </a:cubicBezTo>
                    <a:cubicBezTo>
                      <a:pt x="12980" y="2949"/>
                      <a:pt x="10062" y="0"/>
                      <a:pt x="6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69"/>
              <p:cNvSpPr/>
              <p:nvPr/>
            </p:nvSpPr>
            <p:spPr>
              <a:xfrm>
                <a:off x="5185638" y="3964200"/>
                <a:ext cx="1444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3010" extrusionOk="0">
                    <a:moveTo>
                      <a:pt x="2888" y="699"/>
                    </a:moveTo>
                    <a:cubicBezTo>
                      <a:pt x="3952" y="699"/>
                      <a:pt x="5137" y="3101"/>
                      <a:pt x="5137" y="6505"/>
                    </a:cubicBezTo>
                    <a:cubicBezTo>
                      <a:pt x="5137" y="9940"/>
                      <a:pt x="3952" y="12311"/>
                      <a:pt x="2888" y="12311"/>
                    </a:cubicBezTo>
                    <a:cubicBezTo>
                      <a:pt x="1824" y="12311"/>
                      <a:pt x="638" y="9940"/>
                      <a:pt x="638" y="6505"/>
                    </a:cubicBezTo>
                    <a:cubicBezTo>
                      <a:pt x="638" y="3101"/>
                      <a:pt x="1824" y="699"/>
                      <a:pt x="2888" y="699"/>
                    </a:cubicBezTo>
                    <a:close/>
                    <a:moveTo>
                      <a:pt x="2888" y="0"/>
                    </a:moveTo>
                    <a:cubicBezTo>
                      <a:pt x="1307" y="0"/>
                      <a:pt x="0" y="2857"/>
                      <a:pt x="0" y="6505"/>
                    </a:cubicBezTo>
                    <a:cubicBezTo>
                      <a:pt x="0" y="10152"/>
                      <a:pt x="1307" y="13010"/>
                      <a:pt x="2888" y="13010"/>
                    </a:cubicBezTo>
                    <a:cubicBezTo>
                      <a:pt x="4499" y="13010"/>
                      <a:pt x="5775" y="10152"/>
                      <a:pt x="5775" y="6505"/>
                    </a:cubicBezTo>
                    <a:cubicBezTo>
                      <a:pt x="5775" y="2857"/>
                      <a:pt x="4529" y="0"/>
                      <a:pt x="28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69"/>
              <p:cNvSpPr/>
              <p:nvPr/>
            </p:nvSpPr>
            <p:spPr>
              <a:xfrm>
                <a:off x="5104313" y="4119225"/>
                <a:ext cx="30780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639" extrusionOk="0">
                    <a:moveTo>
                      <a:pt x="1" y="0"/>
                    </a:moveTo>
                    <a:lnTo>
                      <a:pt x="1" y="638"/>
                    </a:lnTo>
                    <a:lnTo>
                      <a:pt x="12311" y="638"/>
                    </a:lnTo>
                    <a:lnTo>
                      <a:pt x="1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69"/>
              <p:cNvSpPr/>
              <p:nvPr/>
            </p:nvSpPr>
            <p:spPr>
              <a:xfrm>
                <a:off x="5136238" y="4023475"/>
                <a:ext cx="24320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33" extrusionOk="0">
                    <a:moveTo>
                      <a:pt x="456" y="0"/>
                    </a:moveTo>
                    <a:lnTo>
                      <a:pt x="0" y="456"/>
                    </a:lnTo>
                    <a:cubicBezTo>
                      <a:pt x="31" y="486"/>
                      <a:pt x="1307" y="1733"/>
                      <a:pt x="4864" y="1733"/>
                    </a:cubicBezTo>
                    <a:cubicBezTo>
                      <a:pt x="8420" y="1733"/>
                      <a:pt x="9697" y="486"/>
                      <a:pt x="9727" y="456"/>
                    </a:cubicBezTo>
                    <a:lnTo>
                      <a:pt x="9271" y="0"/>
                    </a:lnTo>
                    <a:cubicBezTo>
                      <a:pt x="9271" y="0"/>
                      <a:pt x="8147" y="1094"/>
                      <a:pt x="4864" y="1094"/>
                    </a:cubicBezTo>
                    <a:cubicBezTo>
                      <a:pt x="1581" y="1094"/>
                      <a:pt x="456" y="0"/>
                      <a:pt x="4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69"/>
              <p:cNvSpPr/>
              <p:nvPr/>
            </p:nvSpPr>
            <p:spPr>
              <a:xfrm>
                <a:off x="5136238" y="4187600"/>
                <a:ext cx="24320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64" extrusionOk="0">
                    <a:moveTo>
                      <a:pt x="4864" y="1"/>
                    </a:moveTo>
                    <a:cubicBezTo>
                      <a:pt x="1277" y="1"/>
                      <a:pt x="31" y="1247"/>
                      <a:pt x="0" y="1308"/>
                    </a:cubicBezTo>
                    <a:lnTo>
                      <a:pt x="456" y="1764"/>
                    </a:lnTo>
                    <a:cubicBezTo>
                      <a:pt x="456" y="1764"/>
                      <a:pt x="1581" y="639"/>
                      <a:pt x="4864" y="639"/>
                    </a:cubicBezTo>
                    <a:cubicBezTo>
                      <a:pt x="8147" y="639"/>
                      <a:pt x="9271" y="1764"/>
                      <a:pt x="9271" y="1764"/>
                    </a:cubicBezTo>
                    <a:lnTo>
                      <a:pt x="9727" y="1308"/>
                    </a:lnTo>
                    <a:cubicBezTo>
                      <a:pt x="9697" y="1247"/>
                      <a:pt x="8450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7" name="Google Shape;1287;p69"/>
          <p:cNvGrpSpPr/>
          <p:nvPr/>
        </p:nvGrpSpPr>
        <p:grpSpPr>
          <a:xfrm rot="10800000" flipH="1">
            <a:off x="830290" y="497323"/>
            <a:ext cx="429322" cy="93999"/>
            <a:chOff x="5840230" y="744468"/>
            <a:chExt cx="431653" cy="94500"/>
          </a:xfrm>
        </p:grpSpPr>
        <p:sp>
          <p:nvSpPr>
            <p:cNvPr id="1288" name="Google Shape;1288;p69"/>
            <p:cNvSpPr/>
            <p:nvPr/>
          </p:nvSpPr>
          <p:spPr>
            <a:xfrm>
              <a:off x="5840230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69"/>
            <p:cNvSpPr/>
            <p:nvPr/>
          </p:nvSpPr>
          <p:spPr>
            <a:xfrm>
              <a:off x="6008807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69"/>
            <p:cNvSpPr/>
            <p:nvPr/>
          </p:nvSpPr>
          <p:spPr>
            <a:xfrm>
              <a:off x="6177384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4" dur="8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8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71"/>
          <p:cNvGrpSpPr/>
          <p:nvPr/>
        </p:nvGrpSpPr>
        <p:grpSpPr>
          <a:xfrm>
            <a:off x="719975" y="1539905"/>
            <a:ext cx="3010825" cy="1776300"/>
            <a:chOff x="719975" y="1114972"/>
            <a:chExt cx="3010825" cy="1776300"/>
          </a:xfrm>
        </p:grpSpPr>
        <p:sp>
          <p:nvSpPr>
            <p:cNvPr id="1305" name="Google Shape;1305;p71"/>
            <p:cNvSpPr/>
            <p:nvPr/>
          </p:nvSpPr>
          <p:spPr>
            <a:xfrm>
              <a:off x="720000" y="1114972"/>
              <a:ext cx="30108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1"/>
            <p:cNvSpPr/>
            <p:nvPr/>
          </p:nvSpPr>
          <p:spPr>
            <a:xfrm>
              <a:off x="719975" y="1114975"/>
              <a:ext cx="301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7" name="Google Shape;1307;p71"/>
            <p:cNvGrpSpPr/>
            <p:nvPr/>
          </p:nvGrpSpPr>
          <p:grpSpPr>
            <a:xfrm rot="10800000" flipH="1">
              <a:off x="881412" y="1244995"/>
              <a:ext cx="429322" cy="93999"/>
              <a:chOff x="5840230" y="744468"/>
              <a:chExt cx="431653" cy="94500"/>
            </a:xfrm>
          </p:grpSpPr>
          <p:sp>
            <p:nvSpPr>
              <p:cNvPr id="1308" name="Google Shape;1308;p71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71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71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1" name="Google Shape;1311;p71"/>
          <p:cNvSpPr txBox="1">
            <a:spLocks noGrp="1"/>
          </p:cNvSpPr>
          <p:nvPr>
            <p:ph type="title" idx="5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12" name="Google Shape;1312;p71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GAME</a:t>
            </a:r>
            <a:endParaRPr dirty="0"/>
          </a:p>
        </p:txBody>
      </p:sp>
      <p:sp>
        <p:nvSpPr>
          <p:cNvPr id="1313" name="Google Shape;1313;p71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Run the game while showing all the features</a:t>
            </a:r>
            <a:endParaRPr dirty="0"/>
          </a:p>
        </p:txBody>
      </p:sp>
      <p:sp>
        <p:nvSpPr>
          <p:cNvPr id="1314" name="Google Shape;1314;p71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457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 &amp; COMPETITION</a:t>
            </a:r>
            <a:endParaRPr dirty="0"/>
          </a:p>
        </p:txBody>
      </p:sp>
      <p:sp>
        <p:nvSpPr>
          <p:cNvPr id="1315" name="Google Shape;1315;p71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1316" name="Google Shape;1316;p71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Areas of Improvement</a:t>
            </a:r>
            <a:endParaRPr dirty="0"/>
          </a:p>
        </p:txBody>
      </p:sp>
      <p:sp>
        <p:nvSpPr>
          <p:cNvPr id="1317" name="Google Shape;1317;p71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What is our game?</a:t>
            </a:r>
            <a:endParaRPr dirty="0"/>
          </a:p>
        </p:txBody>
      </p:sp>
      <p:sp>
        <p:nvSpPr>
          <p:cNvPr id="1318" name="Google Shape;1318;p71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What sets us apart?</a:t>
            </a:r>
            <a:endParaRPr dirty="0"/>
          </a:p>
        </p:txBody>
      </p:sp>
      <p:sp>
        <p:nvSpPr>
          <p:cNvPr id="1319" name="Google Shape;1319;p71"/>
          <p:cNvSpPr txBox="1">
            <a:spLocks noGrp="1"/>
          </p:cNvSpPr>
          <p:nvPr>
            <p:ph type="title" idx="8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20" name="Google Shape;1320;p71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Future work and current limitations</a:t>
            </a:r>
            <a:endParaRPr dirty="0"/>
          </a:p>
        </p:txBody>
      </p:sp>
      <p:sp>
        <p:nvSpPr>
          <p:cNvPr id="1321" name="Google Shape;1321;p71"/>
          <p:cNvSpPr txBox="1">
            <a:spLocks noGrp="1"/>
          </p:cNvSpPr>
          <p:nvPr>
            <p:ph type="title" idx="13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22" name="Google Shape;1322;p71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grpSp>
        <p:nvGrpSpPr>
          <p:cNvPr id="1323" name="Google Shape;1323;p71"/>
          <p:cNvGrpSpPr/>
          <p:nvPr/>
        </p:nvGrpSpPr>
        <p:grpSpPr>
          <a:xfrm>
            <a:off x="1964262" y="3133859"/>
            <a:ext cx="1422619" cy="908118"/>
            <a:chOff x="1964262" y="3133859"/>
            <a:chExt cx="1422619" cy="908118"/>
          </a:xfrm>
        </p:grpSpPr>
        <p:grpSp>
          <p:nvGrpSpPr>
            <p:cNvPr id="1324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2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1343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2" name="Google Shape;1352;p71"/>
          <p:cNvSpPr/>
          <p:nvPr/>
        </p:nvSpPr>
        <p:spPr>
          <a:xfrm>
            <a:off x="1104750" y="34555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71"/>
          <p:cNvSpPr/>
          <p:nvPr/>
        </p:nvSpPr>
        <p:spPr>
          <a:xfrm>
            <a:off x="2029150" y="3811138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71"/>
          <p:cNvSpPr txBox="1">
            <a:spLocks noGrp="1"/>
          </p:cNvSpPr>
          <p:nvPr>
            <p:ph type="title" idx="2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72"/>
          <p:cNvSpPr txBox="1">
            <a:spLocks noGrp="1"/>
          </p:cNvSpPr>
          <p:nvPr>
            <p:ph type="title"/>
          </p:nvPr>
        </p:nvSpPr>
        <p:spPr>
          <a:xfrm rot="625">
            <a:off x="720000" y="2140064"/>
            <a:ext cx="3297600" cy="142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Sudoku</a:t>
            </a:r>
            <a:br>
              <a:rPr lang="en" dirty="0"/>
            </a:br>
            <a:r>
              <a:rPr lang="en" dirty="0"/>
              <a:t>Game</a:t>
            </a:r>
            <a:endParaRPr dirty="0"/>
          </a:p>
        </p:txBody>
      </p:sp>
      <p:grpSp>
        <p:nvGrpSpPr>
          <p:cNvPr id="1360" name="Google Shape;1360;p72"/>
          <p:cNvGrpSpPr/>
          <p:nvPr/>
        </p:nvGrpSpPr>
        <p:grpSpPr>
          <a:xfrm>
            <a:off x="4572000" y="1047533"/>
            <a:ext cx="3739500" cy="3039000"/>
            <a:chOff x="4572000" y="1047533"/>
            <a:chExt cx="3739500" cy="3039000"/>
          </a:xfrm>
        </p:grpSpPr>
        <p:sp>
          <p:nvSpPr>
            <p:cNvPr id="1361" name="Google Shape;1361;p72"/>
            <p:cNvSpPr/>
            <p:nvPr/>
          </p:nvSpPr>
          <p:spPr>
            <a:xfrm>
              <a:off x="4572000" y="1047533"/>
              <a:ext cx="3739500" cy="30390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2" name="Google Shape;1362;p72"/>
            <p:cNvGrpSpPr/>
            <p:nvPr/>
          </p:nvGrpSpPr>
          <p:grpSpPr>
            <a:xfrm>
              <a:off x="4789501" y="1149778"/>
              <a:ext cx="3304478" cy="193148"/>
              <a:chOff x="-1778447" y="2950291"/>
              <a:chExt cx="4491000" cy="262500"/>
            </a:xfrm>
          </p:grpSpPr>
          <p:sp>
            <p:nvSpPr>
              <p:cNvPr id="1363" name="Google Shape;1363;p72"/>
              <p:cNvSpPr/>
              <p:nvPr/>
            </p:nvSpPr>
            <p:spPr>
              <a:xfrm>
                <a:off x="-1778447" y="2950291"/>
                <a:ext cx="4491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4" name="Google Shape;1364;p72"/>
              <p:cNvGrpSpPr/>
              <p:nvPr/>
            </p:nvGrpSpPr>
            <p:grpSpPr>
              <a:xfrm rot="10800000" flipH="1">
                <a:off x="-1574342" y="3040565"/>
                <a:ext cx="429322" cy="93999"/>
                <a:chOff x="3710891" y="-1826032"/>
                <a:chExt cx="431653" cy="94500"/>
              </a:xfrm>
            </p:grpSpPr>
            <p:sp>
              <p:nvSpPr>
                <p:cNvPr id="1365" name="Google Shape;1365;p72"/>
                <p:cNvSpPr/>
                <p:nvPr/>
              </p:nvSpPr>
              <p:spPr>
                <a:xfrm>
                  <a:off x="3710891" y="-1826032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6" name="Google Shape;1366;p72"/>
                <p:cNvSpPr/>
                <p:nvPr/>
              </p:nvSpPr>
              <p:spPr>
                <a:xfrm>
                  <a:off x="3879468" y="-1826032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7" name="Google Shape;1367;p72"/>
                <p:cNvSpPr/>
                <p:nvPr/>
              </p:nvSpPr>
              <p:spPr>
                <a:xfrm>
                  <a:off x="4048045" y="-1826032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368" name="Google Shape;1368;p72"/>
          <p:cNvSpPr txBox="1">
            <a:spLocks noGrp="1"/>
          </p:cNvSpPr>
          <p:nvPr>
            <p:ph type="subTitle" idx="1"/>
          </p:nvPr>
        </p:nvSpPr>
        <p:spPr>
          <a:xfrm>
            <a:off x="4712700" y="1444133"/>
            <a:ext cx="3458100" cy="22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" dirty="0"/>
              <a:t>Generates a random puzzle depending on the user’s level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" dirty="0"/>
              <a:t>Stores user’s level and increments it if game is solved successfully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Ø"/>
            </a:pPr>
            <a:r>
              <a:rPr lang="en" dirty="0"/>
              <a:t>Generates via backtracking using state space tree</a:t>
            </a:r>
            <a:endParaRPr dirty="0"/>
          </a:p>
        </p:txBody>
      </p:sp>
      <p:grpSp>
        <p:nvGrpSpPr>
          <p:cNvPr id="1369" name="Google Shape;1369;p72"/>
          <p:cNvGrpSpPr/>
          <p:nvPr/>
        </p:nvGrpSpPr>
        <p:grpSpPr>
          <a:xfrm>
            <a:off x="3435927" y="1444123"/>
            <a:ext cx="1327047" cy="693670"/>
            <a:chOff x="1451727" y="1370811"/>
            <a:chExt cx="1327047" cy="693670"/>
          </a:xfrm>
        </p:grpSpPr>
        <p:sp>
          <p:nvSpPr>
            <p:cNvPr id="1370" name="Google Shape;1370;p72"/>
            <p:cNvSpPr/>
            <p:nvPr/>
          </p:nvSpPr>
          <p:spPr>
            <a:xfrm>
              <a:off x="1451727" y="1370811"/>
              <a:ext cx="1327047" cy="693670"/>
            </a:xfrm>
            <a:custGeom>
              <a:avLst/>
              <a:gdLst/>
              <a:ahLst/>
              <a:cxnLst/>
              <a:rect l="l" t="t" r="r" b="b"/>
              <a:pathLst>
                <a:path w="105363" h="55075" extrusionOk="0">
                  <a:moveTo>
                    <a:pt x="7413" y="0"/>
                  </a:moveTo>
                  <a:cubicBezTo>
                    <a:pt x="3320" y="0"/>
                    <a:pt x="0" y="3320"/>
                    <a:pt x="0" y="7397"/>
                  </a:cubicBezTo>
                  <a:lnTo>
                    <a:pt x="0" y="47678"/>
                  </a:lnTo>
                  <a:cubicBezTo>
                    <a:pt x="0" y="51755"/>
                    <a:pt x="3320" y="55074"/>
                    <a:pt x="7413" y="55074"/>
                  </a:cubicBezTo>
                  <a:lnTo>
                    <a:pt x="97950" y="55074"/>
                  </a:lnTo>
                  <a:cubicBezTo>
                    <a:pt x="102045" y="55074"/>
                    <a:pt x="105363" y="51755"/>
                    <a:pt x="105363" y="47678"/>
                  </a:cubicBezTo>
                  <a:lnTo>
                    <a:pt x="105363" y="7397"/>
                  </a:lnTo>
                  <a:cubicBezTo>
                    <a:pt x="105363" y="3320"/>
                    <a:pt x="102045" y="0"/>
                    <a:pt x="97950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2"/>
            <p:cNvSpPr/>
            <p:nvPr/>
          </p:nvSpPr>
          <p:spPr>
            <a:xfrm>
              <a:off x="1897124" y="1552443"/>
              <a:ext cx="746077" cy="85104"/>
            </a:xfrm>
            <a:custGeom>
              <a:avLst/>
              <a:gdLst/>
              <a:ahLst/>
              <a:cxnLst/>
              <a:rect l="l" t="t" r="r" b="b"/>
              <a:pathLst>
                <a:path w="59236" h="6757" extrusionOk="0">
                  <a:moveTo>
                    <a:pt x="1786" y="0"/>
                  </a:moveTo>
                  <a:cubicBezTo>
                    <a:pt x="792" y="0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4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4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0"/>
                    <a:pt x="57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2"/>
            <p:cNvSpPr/>
            <p:nvPr/>
          </p:nvSpPr>
          <p:spPr>
            <a:xfrm>
              <a:off x="1897124" y="1797731"/>
              <a:ext cx="746077" cy="85117"/>
            </a:xfrm>
            <a:custGeom>
              <a:avLst/>
              <a:gdLst/>
              <a:ahLst/>
              <a:cxnLst/>
              <a:rect l="l" t="t" r="r" b="b"/>
              <a:pathLst>
                <a:path w="59236" h="6758" extrusionOk="0">
                  <a:moveTo>
                    <a:pt x="1786" y="1"/>
                  </a:moveTo>
                  <a:cubicBezTo>
                    <a:pt x="792" y="1"/>
                    <a:pt x="0" y="809"/>
                    <a:pt x="0" y="1786"/>
                  </a:cubicBezTo>
                  <a:lnTo>
                    <a:pt x="0" y="4971"/>
                  </a:lnTo>
                  <a:cubicBezTo>
                    <a:pt x="0" y="5965"/>
                    <a:pt x="792" y="6757"/>
                    <a:pt x="1786" y="6757"/>
                  </a:cubicBezTo>
                  <a:lnTo>
                    <a:pt x="57432" y="6757"/>
                  </a:lnTo>
                  <a:cubicBezTo>
                    <a:pt x="58426" y="6757"/>
                    <a:pt x="59235" y="5965"/>
                    <a:pt x="59235" y="4971"/>
                  </a:cubicBezTo>
                  <a:lnTo>
                    <a:pt x="59235" y="1786"/>
                  </a:lnTo>
                  <a:cubicBezTo>
                    <a:pt x="59235" y="809"/>
                    <a:pt x="58426" y="1"/>
                    <a:pt x="574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2"/>
            <p:cNvSpPr/>
            <p:nvPr/>
          </p:nvSpPr>
          <p:spPr>
            <a:xfrm>
              <a:off x="1587325" y="1506409"/>
              <a:ext cx="177401" cy="177174"/>
            </a:xfrm>
            <a:custGeom>
              <a:avLst/>
              <a:gdLst/>
              <a:ahLst/>
              <a:cxnLst/>
              <a:rect l="l" t="t" r="r" b="b"/>
              <a:pathLst>
                <a:path w="14085" h="14067" extrusionOk="0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2"/>
            <p:cNvSpPr/>
            <p:nvPr/>
          </p:nvSpPr>
          <p:spPr>
            <a:xfrm>
              <a:off x="1587325" y="1751696"/>
              <a:ext cx="177401" cy="177186"/>
            </a:xfrm>
            <a:custGeom>
              <a:avLst/>
              <a:gdLst/>
              <a:ahLst/>
              <a:cxnLst/>
              <a:rect l="l" t="t" r="r" b="b"/>
              <a:pathLst>
                <a:path w="14085" h="14068" extrusionOk="0">
                  <a:moveTo>
                    <a:pt x="3588" y="0"/>
                  </a:moveTo>
                  <a:cubicBezTo>
                    <a:pt x="1618" y="0"/>
                    <a:pt x="0" y="1600"/>
                    <a:pt x="0" y="3588"/>
                  </a:cubicBezTo>
                  <a:lnTo>
                    <a:pt x="0" y="10479"/>
                  </a:lnTo>
                  <a:cubicBezTo>
                    <a:pt x="0" y="12467"/>
                    <a:pt x="1618" y="14067"/>
                    <a:pt x="3588" y="14067"/>
                  </a:cubicBezTo>
                  <a:lnTo>
                    <a:pt x="10496" y="14067"/>
                  </a:lnTo>
                  <a:cubicBezTo>
                    <a:pt x="12467" y="14067"/>
                    <a:pt x="14085" y="12467"/>
                    <a:pt x="14085" y="10479"/>
                  </a:cubicBezTo>
                  <a:lnTo>
                    <a:pt x="14085" y="3588"/>
                  </a:lnTo>
                  <a:cubicBezTo>
                    <a:pt x="14085" y="1600"/>
                    <a:pt x="12467" y="0"/>
                    <a:pt x="10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2"/>
            <p:cNvSpPr/>
            <p:nvPr/>
          </p:nvSpPr>
          <p:spPr>
            <a:xfrm>
              <a:off x="1620211" y="1802492"/>
              <a:ext cx="111617" cy="75683"/>
            </a:xfrm>
            <a:custGeom>
              <a:avLst/>
              <a:gdLst/>
              <a:ahLst/>
              <a:cxnLst/>
              <a:rect l="l" t="t" r="r" b="b"/>
              <a:pathLst>
                <a:path w="8862" h="6009" extrusionOk="0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352EE">
                  <a:alpha val="15000"/>
                </a:srgb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2"/>
            <p:cNvSpPr/>
            <p:nvPr/>
          </p:nvSpPr>
          <p:spPr>
            <a:xfrm>
              <a:off x="1620211" y="1557154"/>
              <a:ext cx="111617" cy="75683"/>
            </a:xfrm>
            <a:custGeom>
              <a:avLst/>
              <a:gdLst/>
              <a:ahLst/>
              <a:cxnLst/>
              <a:rect l="l" t="t" r="r" b="b"/>
              <a:pathLst>
                <a:path w="8862" h="6009" extrusionOk="0">
                  <a:moveTo>
                    <a:pt x="8262" y="1"/>
                  </a:moveTo>
                  <a:cubicBezTo>
                    <a:pt x="8113" y="1"/>
                    <a:pt x="7968" y="60"/>
                    <a:pt x="7868" y="179"/>
                  </a:cubicBezTo>
                  <a:lnTo>
                    <a:pt x="3909" y="4728"/>
                  </a:lnTo>
                  <a:lnTo>
                    <a:pt x="944" y="2201"/>
                  </a:lnTo>
                  <a:cubicBezTo>
                    <a:pt x="838" y="2117"/>
                    <a:pt x="711" y="2075"/>
                    <a:pt x="587" y="2075"/>
                  </a:cubicBezTo>
                  <a:cubicBezTo>
                    <a:pt x="436" y="2075"/>
                    <a:pt x="288" y="2139"/>
                    <a:pt x="186" y="2268"/>
                  </a:cubicBezTo>
                  <a:cubicBezTo>
                    <a:pt x="0" y="2487"/>
                    <a:pt x="18" y="2824"/>
                    <a:pt x="254" y="3010"/>
                  </a:cubicBezTo>
                  <a:lnTo>
                    <a:pt x="3605" y="5874"/>
                  </a:lnTo>
                  <a:cubicBezTo>
                    <a:pt x="3707" y="5957"/>
                    <a:pt x="3841" y="6008"/>
                    <a:pt x="3960" y="6008"/>
                  </a:cubicBezTo>
                  <a:cubicBezTo>
                    <a:pt x="4111" y="6008"/>
                    <a:pt x="4263" y="5941"/>
                    <a:pt x="4364" y="5822"/>
                  </a:cubicBezTo>
                  <a:lnTo>
                    <a:pt x="8677" y="887"/>
                  </a:lnTo>
                  <a:cubicBezTo>
                    <a:pt x="8862" y="667"/>
                    <a:pt x="8846" y="330"/>
                    <a:pt x="8626" y="128"/>
                  </a:cubicBezTo>
                  <a:cubicBezTo>
                    <a:pt x="8518" y="43"/>
                    <a:pt x="8388" y="1"/>
                    <a:pt x="826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5352EE">
                  <a:alpha val="15000"/>
                </a:srgb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" name="Google Shape;1377;p72"/>
          <p:cNvGrpSpPr/>
          <p:nvPr/>
        </p:nvGrpSpPr>
        <p:grpSpPr>
          <a:xfrm>
            <a:off x="3475475" y="3560025"/>
            <a:ext cx="1640975" cy="472325"/>
            <a:chOff x="4369200" y="2990825"/>
            <a:chExt cx="1640975" cy="472325"/>
          </a:xfrm>
        </p:grpSpPr>
        <p:sp>
          <p:nvSpPr>
            <p:cNvPr id="1378" name="Google Shape;1378;p72"/>
            <p:cNvSpPr/>
            <p:nvPr/>
          </p:nvSpPr>
          <p:spPr>
            <a:xfrm>
              <a:off x="4369200" y="2990825"/>
              <a:ext cx="1640975" cy="472325"/>
            </a:xfrm>
            <a:custGeom>
              <a:avLst/>
              <a:gdLst/>
              <a:ahLst/>
              <a:cxnLst/>
              <a:rect l="l" t="t" r="r" b="b"/>
              <a:pathLst>
                <a:path w="65639" h="18893" extrusionOk="0">
                  <a:moveTo>
                    <a:pt x="2775" y="1"/>
                  </a:moveTo>
                  <a:cubicBezTo>
                    <a:pt x="1247" y="1"/>
                    <a:pt x="0" y="1264"/>
                    <a:pt x="0" y="2792"/>
                  </a:cubicBezTo>
                  <a:lnTo>
                    <a:pt x="0" y="16103"/>
                  </a:lnTo>
                  <a:cubicBezTo>
                    <a:pt x="0" y="17646"/>
                    <a:pt x="1247" y="18893"/>
                    <a:pt x="2775" y="18893"/>
                  </a:cubicBezTo>
                  <a:lnTo>
                    <a:pt x="62849" y="18893"/>
                  </a:lnTo>
                  <a:cubicBezTo>
                    <a:pt x="64391" y="18893"/>
                    <a:pt x="65638" y="17646"/>
                    <a:pt x="65638" y="16103"/>
                  </a:cubicBezTo>
                  <a:lnTo>
                    <a:pt x="65638" y="2792"/>
                  </a:lnTo>
                  <a:cubicBezTo>
                    <a:pt x="65638" y="1264"/>
                    <a:pt x="64391" y="1"/>
                    <a:pt x="628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2"/>
            <p:cNvSpPr/>
            <p:nvPr/>
          </p:nvSpPr>
          <p:spPr>
            <a:xfrm>
              <a:off x="4472075" y="3069350"/>
              <a:ext cx="345275" cy="315275"/>
            </a:xfrm>
            <a:custGeom>
              <a:avLst/>
              <a:gdLst/>
              <a:ahLst/>
              <a:cxnLst/>
              <a:rect l="l" t="t" r="r" b="b"/>
              <a:pathLst>
                <a:path w="13811" h="12611" extrusionOk="0">
                  <a:moveTo>
                    <a:pt x="6907" y="1"/>
                  </a:moveTo>
                  <a:cubicBezTo>
                    <a:pt x="5296" y="1"/>
                    <a:pt x="3687" y="617"/>
                    <a:pt x="2463" y="1848"/>
                  </a:cubicBezTo>
                  <a:cubicBezTo>
                    <a:pt x="1" y="4311"/>
                    <a:pt x="1" y="8301"/>
                    <a:pt x="2463" y="10764"/>
                  </a:cubicBezTo>
                  <a:cubicBezTo>
                    <a:pt x="3687" y="11995"/>
                    <a:pt x="5296" y="12611"/>
                    <a:pt x="6907" y="12611"/>
                  </a:cubicBezTo>
                  <a:cubicBezTo>
                    <a:pt x="8518" y="12611"/>
                    <a:pt x="10132" y="11995"/>
                    <a:pt x="11363" y="10764"/>
                  </a:cubicBezTo>
                  <a:cubicBezTo>
                    <a:pt x="13811" y="8301"/>
                    <a:pt x="13811" y="4311"/>
                    <a:pt x="11363" y="1848"/>
                  </a:cubicBezTo>
                  <a:cubicBezTo>
                    <a:pt x="10132" y="617"/>
                    <a:pt x="8518" y="1"/>
                    <a:pt x="6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2"/>
            <p:cNvSpPr/>
            <p:nvPr/>
          </p:nvSpPr>
          <p:spPr>
            <a:xfrm>
              <a:off x="4928000" y="3144375"/>
              <a:ext cx="579100" cy="49125"/>
            </a:xfrm>
            <a:custGeom>
              <a:avLst/>
              <a:gdLst/>
              <a:ahLst/>
              <a:cxnLst/>
              <a:rect l="l" t="t" r="r" b="b"/>
              <a:pathLst>
                <a:path w="23164" h="1965" extrusionOk="0">
                  <a:moveTo>
                    <a:pt x="998" y="0"/>
                  </a:moveTo>
                  <a:cubicBezTo>
                    <a:pt x="452" y="0"/>
                    <a:pt x="1" y="437"/>
                    <a:pt x="1" y="983"/>
                  </a:cubicBezTo>
                  <a:cubicBezTo>
                    <a:pt x="1" y="1528"/>
                    <a:pt x="452" y="1964"/>
                    <a:pt x="998" y="1964"/>
                  </a:cubicBezTo>
                  <a:lnTo>
                    <a:pt x="22181" y="1964"/>
                  </a:lnTo>
                  <a:cubicBezTo>
                    <a:pt x="22727" y="1964"/>
                    <a:pt x="23163" y="1528"/>
                    <a:pt x="23163" y="983"/>
                  </a:cubicBezTo>
                  <a:cubicBezTo>
                    <a:pt x="23163" y="437"/>
                    <a:pt x="22727" y="0"/>
                    <a:pt x="221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2"/>
            <p:cNvSpPr/>
            <p:nvPr/>
          </p:nvSpPr>
          <p:spPr>
            <a:xfrm>
              <a:off x="5569800" y="3144375"/>
              <a:ext cx="289950" cy="49125"/>
            </a:xfrm>
            <a:custGeom>
              <a:avLst/>
              <a:gdLst/>
              <a:ahLst/>
              <a:cxnLst/>
              <a:rect l="l" t="t" r="r" b="b"/>
              <a:pathLst>
                <a:path w="11598" h="1965" extrusionOk="0">
                  <a:moveTo>
                    <a:pt x="983" y="0"/>
                  </a:moveTo>
                  <a:cubicBezTo>
                    <a:pt x="437" y="0"/>
                    <a:pt x="0" y="437"/>
                    <a:pt x="0" y="983"/>
                  </a:cubicBezTo>
                  <a:cubicBezTo>
                    <a:pt x="0" y="1528"/>
                    <a:pt x="437" y="1964"/>
                    <a:pt x="983" y="1964"/>
                  </a:cubicBezTo>
                  <a:lnTo>
                    <a:pt x="10616" y="1964"/>
                  </a:lnTo>
                  <a:cubicBezTo>
                    <a:pt x="11161" y="1964"/>
                    <a:pt x="11597" y="1528"/>
                    <a:pt x="11597" y="983"/>
                  </a:cubicBezTo>
                  <a:cubicBezTo>
                    <a:pt x="11597" y="437"/>
                    <a:pt x="11161" y="0"/>
                    <a:pt x="106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2"/>
            <p:cNvSpPr/>
            <p:nvPr/>
          </p:nvSpPr>
          <p:spPr>
            <a:xfrm>
              <a:off x="4928000" y="3268700"/>
              <a:ext cx="346850" cy="49500"/>
            </a:xfrm>
            <a:custGeom>
              <a:avLst/>
              <a:gdLst/>
              <a:ahLst/>
              <a:cxnLst/>
              <a:rect l="l" t="t" r="r" b="b"/>
              <a:pathLst>
                <a:path w="13874" h="1980" extrusionOk="0">
                  <a:moveTo>
                    <a:pt x="998" y="0"/>
                  </a:moveTo>
                  <a:cubicBezTo>
                    <a:pt x="452" y="0"/>
                    <a:pt x="1" y="437"/>
                    <a:pt x="1" y="982"/>
                  </a:cubicBezTo>
                  <a:cubicBezTo>
                    <a:pt x="1" y="1528"/>
                    <a:pt x="452" y="1979"/>
                    <a:pt x="998" y="1979"/>
                  </a:cubicBezTo>
                  <a:lnTo>
                    <a:pt x="12891" y="1979"/>
                  </a:lnTo>
                  <a:cubicBezTo>
                    <a:pt x="13437" y="1979"/>
                    <a:pt x="13873" y="1528"/>
                    <a:pt x="13873" y="982"/>
                  </a:cubicBezTo>
                  <a:cubicBezTo>
                    <a:pt x="13873" y="437"/>
                    <a:pt x="13437" y="0"/>
                    <a:pt x="128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72"/>
          <p:cNvGrpSpPr/>
          <p:nvPr/>
        </p:nvGrpSpPr>
        <p:grpSpPr>
          <a:xfrm>
            <a:off x="4532012" y="3750457"/>
            <a:ext cx="643280" cy="644532"/>
            <a:chOff x="1453175" y="2049775"/>
            <a:chExt cx="1194800" cy="1197125"/>
          </a:xfrm>
        </p:grpSpPr>
        <p:sp>
          <p:nvSpPr>
            <p:cNvPr id="1384" name="Google Shape;1384;p72"/>
            <p:cNvSpPr/>
            <p:nvPr/>
          </p:nvSpPr>
          <p:spPr>
            <a:xfrm>
              <a:off x="1453175" y="2049775"/>
              <a:ext cx="1194800" cy="1197125"/>
            </a:xfrm>
            <a:custGeom>
              <a:avLst/>
              <a:gdLst/>
              <a:ahLst/>
              <a:cxnLst/>
              <a:rect l="l" t="t" r="r" b="b"/>
              <a:pathLst>
                <a:path w="47792" h="47885" extrusionOk="0">
                  <a:moveTo>
                    <a:pt x="4631" y="0"/>
                  </a:moveTo>
                  <a:cubicBezTo>
                    <a:pt x="2075" y="0"/>
                    <a:pt x="1" y="2089"/>
                    <a:pt x="1" y="4645"/>
                  </a:cubicBezTo>
                  <a:lnTo>
                    <a:pt x="1" y="43239"/>
                  </a:lnTo>
                  <a:cubicBezTo>
                    <a:pt x="1" y="45796"/>
                    <a:pt x="2075" y="47885"/>
                    <a:pt x="4631" y="47885"/>
                  </a:cubicBezTo>
                  <a:lnTo>
                    <a:pt x="43147" y="47885"/>
                  </a:lnTo>
                  <a:cubicBezTo>
                    <a:pt x="45703" y="47885"/>
                    <a:pt x="47792" y="45796"/>
                    <a:pt x="47792" y="43239"/>
                  </a:cubicBezTo>
                  <a:lnTo>
                    <a:pt x="47792" y="4645"/>
                  </a:lnTo>
                  <a:cubicBezTo>
                    <a:pt x="47792" y="2089"/>
                    <a:pt x="45703" y="0"/>
                    <a:pt x="431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3840000" algn="bl" rotWithShape="0">
                <a:schemeClr val="dk1">
                  <a:alpha val="3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72"/>
            <p:cNvSpPr/>
            <p:nvPr/>
          </p:nvSpPr>
          <p:spPr>
            <a:xfrm>
              <a:off x="1499575" y="2096525"/>
              <a:ext cx="1102050" cy="1103975"/>
            </a:xfrm>
            <a:custGeom>
              <a:avLst/>
              <a:gdLst/>
              <a:ahLst/>
              <a:cxnLst/>
              <a:rect l="l" t="t" r="r" b="b"/>
              <a:pathLst>
                <a:path w="44082" h="44159" extrusionOk="0">
                  <a:moveTo>
                    <a:pt x="2775" y="1"/>
                  </a:moveTo>
                  <a:cubicBezTo>
                    <a:pt x="1247" y="1"/>
                    <a:pt x="0" y="1248"/>
                    <a:pt x="0" y="2775"/>
                  </a:cubicBezTo>
                  <a:lnTo>
                    <a:pt x="0" y="41369"/>
                  </a:lnTo>
                  <a:cubicBezTo>
                    <a:pt x="0" y="42897"/>
                    <a:pt x="1247" y="44159"/>
                    <a:pt x="2775" y="44159"/>
                  </a:cubicBezTo>
                  <a:lnTo>
                    <a:pt x="41291" y="44159"/>
                  </a:lnTo>
                  <a:cubicBezTo>
                    <a:pt x="42818" y="44159"/>
                    <a:pt x="44081" y="42897"/>
                    <a:pt x="44081" y="41369"/>
                  </a:cubicBezTo>
                  <a:lnTo>
                    <a:pt x="44081" y="2775"/>
                  </a:lnTo>
                  <a:cubicBezTo>
                    <a:pt x="44081" y="1248"/>
                    <a:pt x="42818" y="1"/>
                    <a:pt x="4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72"/>
            <p:cNvSpPr/>
            <p:nvPr/>
          </p:nvSpPr>
          <p:spPr>
            <a:xfrm>
              <a:off x="1499575" y="2316300"/>
              <a:ext cx="1102050" cy="884200"/>
            </a:xfrm>
            <a:custGeom>
              <a:avLst/>
              <a:gdLst/>
              <a:ahLst/>
              <a:cxnLst/>
              <a:rect l="l" t="t" r="r" b="b"/>
              <a:pathLst>
                <a:path w="44082" h="35368" extrusionOk="0">
                  <a:moveTo>
                    <a:pt x="13826" y="1"/>
                  </a:moveTo>
                  <a:lnTo>
                    <a:pt x="0" y="20654"/>
                  </a:lnTo>
                  <a:lnTo>
                    <a:pt x="0" y="32578"/>
                  </a:lnTo>
                  <a:cubicBezTo>
                    <a:pt x="0" y="34106"/>
                    <a:pt x="1247" y="35368"/>
                    <a:pt x="2775" y="35368"/>
                  </a:cubicBezTo>
                  <a:lnTo>
                    <a:pt x="41291" y="35368"/>
                  </a:lnTo>
                  <a:cubicBezTo>
                    <a:pt x="42818" y="35368"/>
                    <a:pt x="44081" y="34106"/>
                    <a:pt x="44081" y="32578"/>
                  </a:cubicBezTo>
                  <a:lnTo>
                    <a:pt x="44081" y="26733"/>
                  </a:lnTo>
                  <a:lnTo>
                    <a:pt x="34370" y="12221"/>
                  </a:lnTo>
                  <a:lnTo>
                    <a:pt x="28182" y="21449"/>
                  </a:lnTo>
                  <a:lnTo>
                    <a:pt x="27652" y="20670"/>
                  </a:lnTo>
                  <a:lnTo>
                    <a:pt x="138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72"/>
            <p:cNvSpPr/>
            <p:nvPr/>
          </p:nvSpPr>
          <p:spPr>
            <a:xfrm>
              <a:off x="2133200" y="2241875"/>
              <a:ext cx="254100" cy="254500"/>
            </a:xfrm>
            <a:custGeom>
              <a:avLst/>
              <a:gdLst/>
              <a:ahLst/>
              <a:cxnLst/>
              <a:rect l="l" t="t" r="r" b="b"/>
              <a:pathLst>
                <a:path w="10164" h="10180" extrusionOk="0">
                  <a:moveTo>
                    <a:pt x="5082" y="0"/>
                  </a:moveTo>
                  <a:cubicBezTo>
                    <a:pt x="2276" y="0"/>
                    <a:pt x="0" y="2276"/>
                    <a:pt x="0" y="5098"/>
                  </a:cubicBezTo>
                  <a:cubicBezTo>
                    <a:pt x="0" y="7904"/>
                    <a:pt x="2276" y="10179"/>
                    <a:pt x="5082" y="10179"/>
                  </a:cubicBezTo>
                  <a:cubicBezTo>
                    <a:pt x="7888" y="10179"/>
                    <a:pt x="10163" y="7904"/>
                    <a:pt x="10163" y="5098"/>
                  </a:cubicBezTo>
                  <a:cubicBezTo>
                    <a:pt x="10163" y="2276"/>
                    <a:pt x="7888" y="0"/>
                    <a:pt x="50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/>
                                        <p:tgtEl>
                                          <p:spTgt spid="1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1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"/>
                                        <p:tgtEl>
                                          <p:spTgt spid="1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3"/>
          <p:cNvSpPr txBox="1">
            <a:spLocks noGrp="1"/>
          </p:cNvSpPr>
          <p:nvPr>
            <p:ph type="title"/>
          </p:nvPr>
        </p:nvSpPr>
        <p:spPr>
          <a:xfrm>
            <a:off x="726454" y="1983921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Demo:</a:t>
            </a:r>
            <a:endParaRPr dirty="0"/>
          </a:p>
        </p:txBody>
      </p:sp>
      <p:sp>
        <p:nvSpPr>
          <p:cNvPr id="1393" name="Google Shape;1393;p73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94" name="Google Shape;1394;p73"/>
          <p:cNvGrpSpPr/>
          <p:nvPr/>
        </p:nvGrpSpPr>
        <p:grpSpPr>
          <a:xfrm>
            <a:off x="5079450" y="1427221"/>
            <a:ext cx="2978050" cy="2565400"/>
            <a:chOff x="5079450" y="1427221"/>
            <a:chExt cx="2978050" cy="2565400"/>
          </a:xfrm>
        </p:grpSpPr>
        <p:grpSp>
          <p:nvGrpSpPr>
            <p:cNvPr id="1395" name="Google Shape;1395;p73"/>
            <p:cNvGrpSpPr/>
            <p:nvPr/>
          </p:nvGrpSpPr>
          <p:grpSpPr>
            <a:xfrm>
              <a:off x="5079450" y="1427221"/>
              <a:ext cx="2978050" cy="2565400"/>
              <a:chOff x="5079450" y="1388500"/>
              <a:chExt cx="2978050" cy="2565400"/>
            </a:xfrm>
          </p:grpSpPr>
          <p:sp>
            <p:nvSpPr>
              <p:cNvPr id="1396" name="Google Shape;1396;p73"/>
              <p:cNvSpPr/>
              <p:nvPr/>
            </p:nvSpPr>
            <p:spPr>
              <a:xfrm>
                <a:off x="5654675" y="1388500"/>
                <a:ext cx="1268300" cy="2565400"/>
              </a:xfrm>
              <a:custGeom>
                <a:avLst/>
                <a:gdLst/>
                <a:ahLst/>
                <a:cxnLst/>
                <a:rect l="l" t="t" r="r" b="b"/>
                <a:pathLst>
                  <a:path w="50732" h="102616" extrusionOk="0">
                    <a:moveTo>
                      <a:pt x="5715" y="0"/>
                    </a:moveTo>
                    <a:cubicBezTo>
                      <a:pt x="2554" y="0"/>
                      <a:pt x="1" y="2554"/>
                      <a:pt x="1" y="5684"/>
                    </a:cubicBezTo>
                    <a:lnTo>
                      <a:pt x="1" y="96932"/>
                    </a:lnTo>
                    <a:cubicBezTo>
                      <a:pt x="1" y="100063"/>
                      <a:pt x="2554" y="102616"/>
                      <a:pt x="5715" y="102616"/>
                    </a:cubicBezTo>
                    <a:lnTo>
                      <a:pt x="45047" y="102616"/>
                    </a:lnTo>
                    <a:cubicBezTo>
                      <a:pt x="48178" y="102616"/>
                      <a:pt x="50731" y="100063"/>
                      <a:pt x="50731" y="96932"/>
                    </a:cubicBezTo>
                    <a:lnTo>
                      <a:pt x="50731" y="5684"/>
                    </a:lnTo>
                    <a:cubicBezTo>
                      <a:pt x="50731" y="2554"/>
                      <a:pt x="48178" y="0"/>
                      <a:pt x="450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73"/>
              <p:cNvSpPr/>
              <p:nvPr/>
            </p:nvSpPr>
            <p:spPr>
              <a:xfrm>
                <a:off x="5680525" y="2759350"/>
                <a:ext cx="1215850" cy="11596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384" extrusionOk="0">
                    <a:moveTo>
                      <a:pt x="0" y="0"/>
                    </a:moveTo>
                    <a:lnTo>
                      <a:pt x="0" y="41429"/>
                    </a:lnTo>
                    <a:cubicBezTo>
                      <a:pt x="0" y="44165"/>
                      <a:pt x="2219" y="46384"/>
                      <a:pt x="4955" y="46384"/>
                    </a:cubicBezTo>
                    <a:lnTo>
                      <a:pt x="43709" y="46384"/>
                    </a:lnTo>
                    <a:cubicBezTo>
                      <a:pt x="46415" y="46384"/>
                      <a:pt x="48634" y="44165"/>
                      <a:pt x="48634" y="41429"/>
                    </a:cubicBezTo>
                    <a:lnTo>
                      <a:pt x="48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73"/>
              <p:cNvSpPr/>
              <p:nvPr/>
            </p:nvSpPr>
            <p:spPr>
              <a:xfrm>
                <a:off x="5796775" y="2963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73"/>
              <p:cNvSpPr/>
              <p:nvPr/>
            </p:nvSpPr>
            <p:spPr>
              <a:xfrm>
                <a:off x="59077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6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73"/>
              <p:cNvSpPr/>
              <p:nvPr/>
            </p:nvSpPr>
            <p:spPr>
              <a:xfrm>
                <a:off x="63302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9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73"/>
              <p:cNvSpPr/>
              <p:nvPr/>
            </p:nvSpPr>
            <p:spPr>
              <a:xfrm>
                <a:off x="5907725" y="3415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73"/>
              <p:cNvSpPr/>
              <p:nvPr/>
            </p:nvSpPr>
            <p:spPr>
              <a:xfrm>
                <a:off x="5907725" y="3494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73"/>
              <p:cNvSpPr/>
              <p:nvPr/>
            </p:nvSpPr>
            <p:spPr>
              <a:xfrm>
                <a:off x="5907725" y="3573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73"/>
              <p:cNvSpPr/>
              <p:nvPr/>
            </p:nvSpPr>
            <p:spPr>
              <a:xfrm>
                <a:off x="5680525" y="1424225"/>
                <a:ext cx="1215850" cy="1801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7204" extrusionOk="0">
                    <a:moveTo>
                      <a:pt x="4955" y="0"/>
                    </a:moveTo>
                    <a:cubicBezTo>
                      <a:pt x="2219" y="0"/>
                      <a:pt x="0" y="2219"/>
                      <a:pt x="0" y="4954"/>
                    </a:cubicBezTo>
                    <a:lnTo>
                      <a:pt x="0" y="7204"/>
                    </a:lnTo>
                    <a:lnTo>
                      <a:pt x="48634" y="7204"/>
                    </a:lnTo>
                    <a:lnTo>
                      <a:pt x="48634" y="4954"/>
                    </a:lnTo>
                    <a:cubicBezTo>
                      <a:pt x="48634" y="2219"/>
                      <a:pt x="46415" y="0"/>
                      <a:pt x="43709" y="0"/>
                    </a:cubicBezTo>
                    <a:lnTo>
                      <a:pt x="26718" y="0"/>
                    </a:lnTo>
                    <a:cubicBezTo>
                      <a:pt x="25989" y="0"/>
                      <a:pt x="25381" y="456"/>
                      <a:pt x="25168" y="1125"/>
                    </a:cubicBezTo>
                    <a:cubicBezTo>
                      <a:pt x="25047" y="1459"/>
                      <a:pt x="24712" y="1702"/>
                      <a:pt x="24317" y="1702"/>
                    </a:cubicBezTo>
                    <a:cubicBezTo>
                      <a:pt x="23952" y="1702"/>
                      <a:pt x="23588" y="1489"/>
                      <a:pt x="23496" y="1125"/>
                    </a:cubicBezTo>
                    <a:cubicBezTo>
                      <a:pt x="23253" y="426"/>
                      <a:pt x="22615" y="0"/>
                      <a:pt x="21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73"/>
              <p:cNvSpPr/>
              <p:nvPr/>
            </p:nvSpPr>
            <p:spPr>
              <a:xfrm>
                <a:off x="5680525" y="1602775"/>
                <a:ext cx="1215850" cy="1155075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203" extrusionOk="0">
                    <a:moveTo>
                      <a:pt x="0" y="1"/>
                    </a:moveTo>
                    <a:lnTo>
                      <a:pt x="0" y="46202"/>
                    </a:lnTo>
                    <a:lnTo>
                      <a:pt x="48634" y="46202"/>
                    </a:lnTo>
                    <a:lnTo>
                      <a:pt x="48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73"/>
              <p:cNvSpPr/>
              <p:nvPr/>
            </p:nvSpPr>
            <p:spPr>
              <a:xfrm>
                <a:off x="6071875" y="2451575"/>
                <a:ext cx="40655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6262" h="1369" extrusionOk="0">
                    <a:moveTo>
                      <a:pt x="699" y="1"/>
                    </a:moveTo>
                    <a:cubicBezTo>
                      <a:pt x="304" y="1"/>
                      <a:pt x="0" y="305"/>
                      <a:pt x="0" y="670"/>
                    </a:cubicBezTo>
                    <a:cubicBezTo>
                      <a:pt x="0" y="1065"/>
                      <a:pt x="304" y="1369"/>
                      <a:pt x="699" y="1369"/>
                    </a:cubicBezTo>
                    <a:lnTo>
                      <a:pt x="15593" y="1369"/>
                    </a:lnTo>
                    <a:cubicBezTo>
                      <a:pt x="15958" y="1369"/>
                      <a:pt x="16262" y="1065"/>
                      <a:pt x="16262" y="670"/>
                    </a:cubicBezTo>
                    <a:cubicBezTo>
                      <a:pt x="16262" y="305"/>
                      <a:pt x="15958" y="1"/>
                      <a:pt x="15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73"/>
              <p:cNvSpPr/>
              <p:nvPr/>
            </p:nvSpPr>
            <p:spPr>
              <a:xfrm>
                <a:off x="6153925" y="2538200"/>
                <a:ext cx="24320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400" extrusionOk="0">
                    <a:moveTo>
                      <a:pt x="670" y="1"/>
                    </a:moveTo>
                    <a:cubicBezTo>
                      <a:pt x="305" y="1"/>
                      <a:pt x="1" y="335"/>
                      <a:pt x="1" y="700"/>
                    </a:cubicBezTo>
                    <a:cubicBezTo>
                      <a:pt x="1" y="1095"/>
                      <a:pt x="305" y="1399"/>
                      <a:pt x="670" y="1399"/>
                    </a:cubicBezTo>
                    <a:lnTo>
                      <a:pt x="9028" y="1399"/>
                    </a:lnTo>
                    <a:cubicBezTo>
                      <a:pt x="9424" y="1399"/>
                      <a:pt x="9728" y="1095"/>
                      <a:pt x="9728" y="700"/>
                    </a:cubicBezTo>
                    <a:cubicBezTo>
                      <a:pt x="9728" y="335"/>
                      <a:pt x="9424" y="1"/>
                      <a:pt x="9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73"/>
              <p:cNvSpPr/>
              <p:nvPr/>
            </p:nvSpPr>
            <p:spPr>
              <a:xfrm>
                <a:off x="7514150" y="3391575"/>
                <a:ext cx="497750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9910" h="2584" extrusionOk="0">
                    <a:moveTo>
                      <a:pt x="1277" y="0"/>
                    </a:moveTo>
                    <a:cubicBezTo>
                      <a:pt x="547" y="0"/>
                      <a:pt x="0" y="578"/>
                      <a:pt x="0" y="1307"/>
                    </a:cubicBezTo>
                    <a:cubicBezTo>
                      <a:pt x="0" y="2006"/>
                      <a:pt x="547" y="2584"/>
                      <a:pt x="1277" y="2584"/>
                    </a:cubicBezTo>
                    <a:lnTo>
                      <a:pt x="18602" y="2584"/>
                    </a:lnTo>
                    <a:cubicBezTo>
                      <a:pt x="19332" y="2584"/>
                      <a:pt x="19909" y="2006"/>
                      <a:pt x="19909" y="1307"/>
                    </a:cubicBezTo>
                    <a:cubicBezTo>
                      <a:pt x="19909" y="578"/>
                      <a:pt x="19332" y="0"/>
                      <a:pt x="18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73"/>
              <p:cNvSpPr/>
              <p:nvPr/>
            </p:nvSpPr>
            <p:spPr>
              <a:xfrm>
                <a:off x="7512625" y="3529100"/>
                <a:ext cx="2508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10032" h="2585" extrusionOk="0">
                    <a:moveTo>
                      <a:pt x="1308" y="1"/>
                    </a:moveTo>
                    <a:cubicBezTo>
                      <a:pt x="578" y="1"/>
                      <a:pt x="0" y="578"/>
                      <a:pt x="0" y="1308"/>
                    </a:cubicBezTo>
                    <a:cubicBezTo>
                      <a:pt x="0" y="2037"/>
                      <a:pt x="578" y="2584"/>
                      <a:pt x="1308" y="2584"/>
                    </a:cubicBezTo>
                    <a:lnTo>
                      <a:pt x="8754" y="2584"/>
                    </a:lnTo>
                    <a:cubicBezTo>
                      <a:pt x="9484" y="2584"/>
                      <a:pt x="10031" y="1976"/>
                      <a:pt x="10031" y="1308"/>
                    </a:cubicBezTo>
                    <a:cubicBezTo>
                      <a:pt x="10031" y="578"/>
                      <a:pt x="9484" y="1"/>
                      <a:pt x="87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73"/>
              <p:cNvSpPr/>
              <p:nvPr/>
            </p:nvSpPr>
            <p:spPr>
              <a:xfrm>
                <a:off x="6719661" y="1828475"/>
                <a:ext cx="864775" cy="1223450"/>
              </a:xfrm>
              <a:custGeom>
                <a:avLst/>
                <a:gdLst/>
                <a:ahLst/>
                <a:cxnLst/>
                <a:rect l="l" t="t" r="r" b="b"/>
                <a:pathLst>
                  <a:path w="34591" h="48938" extrusionOk="0">
                    <a:moveTo>
                      <a:pt x="2037" y="0"/>
                    </a:moveTo>
                    <a:cubicBezTo>
                      <a:pt x="912" y="0"/>
                      <a:pt x="0" y="912"/>
                      <a:pt x="0" y="2007"/>
                    </a:cubicBezTo>
                    <a:lnTo>
                      <a:pt x="0" y="46901"/>
                    </a:lnTo>
                    <a:cubicBezTo>
                      <a:pt x="0" y="48025"/>
                      <a:pt x="943" y="48937"/>
                      <a:pt x="2037" y="48937"/>
                    </a:cubicBezTo>
                    <a:lnTo>
                      <a:pt x="32585" y="48937"/>
                    </a:lnTo>
                    <a:cubicBezTo>
                      <a:pt x="33679" y="48937"/>
                      <a:pt x="34591" y="47995"/>
                      <a:pt x="34591" y="46901"/>
                    </a:cubicBezTo>
                    <a:lnTo>
                      <a:pt x="34591" y="2007"/>
                    </a:lnTo>
                    <a:cubicBezTo>
                      <a:pt x="34591" y="912"/>
                      <a:pt x="33679" y="0"/>
                      <a:pt x="325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73"/>
              <p:cNvSpPr/>
              <p:nvPr/>
            </p:nvSpPr>
            <p:spPr>
              <a:xfrm>
                <a:off x="5084000" y="2953875"/>
                <a:ext cx="505350" cy="505350"/>
              </a:xfrm>
              <a:custGeom>
                <a:avLst/>
                <a:gdLst/>
                <a:ahLst/>
                <a:cxnLst/>
                <a:rect l="l" t="t" r="r" b="b"/>
                <a:pathLst>
                  <a:path w="20214" h="20214" extrusionOk="0">
                    <a:moveTo>
                      <a:pt x="20214" y="10092"/>
                    </a:moveTo>
                    <a:cubicBezTo>
                      <a:pt x="20214" y="15684"/>
                      <a:pt x="15685" y="20213"/>
                      <a:pt x="10123" y="20213"/>
                    </a:cubicBezTo>
                    <a:cubicBezTo>
                      <a:pt x="4530" y="20213"/>
                      <a:pt x="1" y="15684"/>
                      <a:pt x="1" y="10092"/>
                    </a:cubicBezTo>
                    <a:cubicBezTo>
                      <a:pt x="1" y="4529"/>
                      <a:pt x="4530" y="0"/>
                      <a:pt x="10123" y="0"/>
                    </a:cubicBezTo>
                    <a:cubicBezTo>
                      <a:pt x="15685" y="0"/>
                      <a:pt x="20214" y="4529"/>
                      <a:pt x="20214" y="1009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73"/>
              <p:cNvSpPr/>
              <p:nvPr/>
            </p:nvSpPr>
            <p:spPr>
              <a:xfrm>
                <a:off x="5264875" y="3084575"/>
                <a:ext cx="214300" cy="248500"/>
              </a:xfrm>
              <a:custGeom>
                <a:avLst/>
                <a:gdLst/>
                <a:ahLst/>
                <a:cxnLst/>
                <a:rect l="l" t="t" r="r" b="b"/>
                <a:pathLst>
                  <a:path w="8572" h="9940" extrusionOk="0">
                    <a:moveTo>
                      <a:pt x="0" y="0"/>
                    </a:moveTo>
                    <a:lnTo>
                      <a:pt x="0" y="4985"/>
                    </a:lnTo>
                    <a:lnTo>
                      <a:pt x="0" y="9940"/>
                    </a:lnTo>
                    <a:lnTo>
                      <a:pt x="4286" y="7447"/>
                    </a:lnTo>
                    <a:lnTo>
                      <a:pt x="8572" y="4985"/>
                    </a:lnTo>
                    <a:lnTo>
                      <a:pt x="4286" y="25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73"/>
              <p:cNvSpPr/>
              <p:nvPr/>
            </p:nvSpPr>
            <p:spPr>
              <a:xfrm>
                <a:off x="7071750" y="2735775"/>
                <a:ext cx="805525" cy="232550"/>
              </a:xfrm>
              <a:custGeom>
                <a:avLst/>
                <a:gdLst/>
                <a:ahLst/>
                <a:cxnLst/>
                <a:rect l="l" t="t" r="r" b="b"/>
                <a:pathLst>
                  <a:path w="32221" h="9302" extrusionOk="0">
                    <a:moveTo>
                      <a:pt x="1369" y="1"/>
                    </a:moveTo>
                    <a:cubicBezTo>
                      <a:pt x="609" y="1"/>
                      <a:pt x="1" y="609"/>
                      <a:pt x="1" y="1369"/>
                    </a:cubicBezTo>
                    <a:lnTo>
                      <a:pt x="1" y="7904"/>
                    </a:lnTo>
                    <a:cubicBezTo>
                      <a:pt x="1" y="8664"/>
                      <a:pt x="609" y="9302"/>
                      <a:pt x="1369" y="9302"/>
                    </a:cubicBezTo>
                    <a:lnTo>
                      <a:pt x="30853" y="9302"/>
                    </a:lnTo>
                    <a:cubicBezTo>
                      <a:pt x="31612" y="9302"/>
                      <a:pt x="32220" y="8694"/>
                      <a:pt x="32220" y="7904"/>
                    </a:cubicBezTo>
                    <a:lnTo>
                      <a:pt x="32220" y="1369"/>
                    </a:lnTo>
                    <a:cubicBezTo>
                      <a:pt x="32220" y="609"/>
                      <a:pt x="31612" y="1"/>
                      <a:pt x="308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73"/>
              <p:cNvSpPr/>
              <p:nvPr/>
            </p:nvSpPr>
            <p:spPr>
              <a:xfrm>
                <a:off x="7121900" y="2775300"/>
                <a:ext cx="170250" cy="155050"/>
              </a:xfrm>
              <a:custGeom>
                <a:avLst/>
                <a:gdLst/>
                <a:ahLst/>
                <a:cxnLst/>
                <a:rect l="l" t="t" r="r" b="b"/>
                <a:pathLst>
                  <a:path w="6810" h="6202" extrusionOk="0">
                    <a:moveTo>
                      <a:pt x="3405" y="0"/>
                    </a:moveTo>
                    <a:cubicBezTo>
                      <a:pt x="2615" y="0"/>
                      <a:pt x="1825" y="304"/>
                      <a:pt x="1217" y="912"/>
                    </a:cubicBezTo>
                    <a:cubicBezTo>
                      <a:pt x="1" y="2128"/>
                      <a:pt x="1" y="4073"/>
                      <a:pt x="1217" y="5289"/>
                    </a:cubicBezTo>
                    <a:cubicBezTo>
                      <a:pt x="1825" y="5897"/>
                      <a:pt x="2615" y="6201"/>
                      <a:pt x="3405" y="6201"/>
                    </a:cubicBezTo>
                    <a:cubicBezTo>
                      <a:pt x="4196" y="6201"/>
                      <a:pt x="4986" y="5897"/>
                      <a:pt x="5594" y="5289"/>
                    </a:cubicBezTo>
                    <a:cubicBezTo>
                      <a:pt x="6810" y="4073"/>
                      <a:pt x="6810" y="2128"/>
                      <a:pt x="5594" y="912"/>
                    </a:cubicBezTo>
                    <a:cubicBezTo>
                      <a:pt x="4986" y="304"/>
                      <a:pt x="4196" y="0"/>
                      <a:pt x="3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73"/>
              <p:cNvSpPr/>
              <p:nvPr/>
            </p:nvSpPr>
            <p:spPr>
              <a:xfrm>
                <a:off x="7345325" y="2811000"/>
                <a:ext cx="2849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399" h="1004" extrusionOk="0">
                    <a:moveTo>
                      <a:pt x="487" y="1"/>
                    </a:moveTo>
                    <a:cubicBezTo>
                      <a:pt x="243" y="1"/>
                      <a:pt x="0" y="244"/>
                      <a:pt x="0" y="518"/>
                    </a:cubicBezTo>
                    <a:cubicBezTo>
                      <a:pt x="0" y="761"/>
                      <a:pt x="243" y="1004"/>
                      <a:pt x="487" y="1004"/>
                    </a:cubicBezTo>
                    <a:lnTo>
                      <a:pt x="10912" y="1004"/>
                    </a:lnTo>
                    <a:cubicBezTo>
                      <a:pt x="11186" y="1004"/>
                      <a:pt x="11399" y="822"/>
                      <a:pt x="11399" y="518"/>
                    </a:cubicBezTo>
                    <a:cubicBezTo>
                      <a:pt x="11399" y="244"/>
                      <a:pt x="11186" y="1"/>
                      <a:pt x="109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73"/>
              <p:cNvSpPr/>
              <p:nvPr/>
            </p:nvSpPr>
            <p:spPr>
              <a:xfrm>
                <a:off x="7661425" y="2811000"/>
                <a:ext cx="1429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1004" extrusionOk="0">
                    <a:moveTo>
                      <a:pt x="518" y="1"/>
                    </a:moveTo>
                    <a:cubicBezTo>
                      <a:pt x="244" y="1"/>
                      <a:pt x="1" y="244"/>
                      <a:pt x="1" y="518"/>
                    </a:cubicBezTo>
                    <a:cubicBezTo>
                      <a:pt x="1" y="761"/>
                      <a:pt x="244" y="1004"/>
                      <a:pt x="518" y="1004"/>
                    </a:cubicBezTo>
                    <a:lnTo>
                      <a:pt x="5229" y="1004"/>
                    </a:lnTo>
                    <a:cubicBezTo>
                      <a:pt x="5472" y="1004"/>
                      <a:pt x="5685" y="822"/>
                      <a:pt x="5715" y="518"/>
                    </a:cubicBezTo>
                    <a:cubicBezTo>
                      <a:pt x="5715" y="244"/>
                      <a:pt x="5472" y="1"/>
                      <a:pt x="52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73"/>
              <p:cNvSpPr/>
              <p:nvPr/>
            </p:nvSpPr>
            <p:spPr>
              <a:xfrm>
                <a:off x="7345325" y="2873325"/>
                <a:ext cx="1710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974" extrusionOk="0">
                    <a:moveTo>
                      <a:pt x="487" y="0"/>
                    </a:moveTo>
                    <a:cubicBezTo>
                      <a:pt x="243" y="0"/>
                      <a:pt x="0" y="213"/>
                      <a:pt x="0" y="487"/>
                    </a:cubicBezTo>
                    <a:cubicBezTo>
                      <a:pt x="0" y="760"/>
                      <a:pt x="243" y="973"/>
                      <a:pt x="487" y="973"/>
                    </a:cubicBezTo>
                    <a:lnTo>
                      <a:pt x="6353" y="973"/>
                    </a:lnTo>
                    <a:cubicBezTo>
                      <a:pt x="6627" y="973"/>
                      <a:pt x="6839" y="760"/>
                      <a:pt x="6839" y="487"/>
                    </a:cubicBezTo>
                    <a:cubicBezTo>
                      <a:pt x="6839" y="213"/>
                      <a:pt x="6627" y="0"/>
                      <a:pt x="6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73"/>
              <p:cNvSpPr/>
              <p:nvPr/>
            </p:nvSpPr>
            <p:spPr>
              <a:xfrm>
                <a:off x="6850750" y="3205400"/>
                <a:ext cx="473450" cy="554725"/>
              </a:xfrm>
              <a:custGeom>
                <a:avLst/>
                <a:gdLst/>
                <a:ahLst/>
                <a:cxnLst/>
                <a:rect l="l" t="t" r="r" b="b"/>
                <a:pathLst>
                  <a:path w="18938" h="22189" extrusionOk="0">
                    <a:moveTo>
                      <a:pt x="14044" y="14073"/>
                    </a:moveTo>
                    <a:lnTo>
                      <a:pt x="14044" y="14073"/>
                    </a:lnTo>
                    <a:cubicBezTo>
                      <a:pt x="13253" y="14864"/>
                      <a:pt x="12220" y="15289"/>
                      <a:pt x="11095" y="15289"/>
                    </a:cubicBezTo>
                    <a:cubicBezTo>
                      <a:pt x="8816" y="15289"/>
                      <a:pt x="6901" y="13405"/>
                      <a:pt x="6901" y="11095"/>
                    </a:cubicBezTo>
                    <a:cubicBezTo>
                      <a:pt x="6901" y="8815"/>
                      <a:pt x="8785" y="6930"/>
                      <a:pt x="11095" y="6930"/>
                    </a:cubicBezTo>
                    <a:lnTo>
                      <a:pt x="11095" y="0"/>
                    </a:lnTo>
                    <a:cubicBezTo>
                      <a:pt x="4986" y="0"/>
                      <a:pt x="1" y="4985"/>
                      <a:pt x="1" y="11095"/>
                    </a:cubicBezTo>
                    <a:cubicBezTo>
                      <a:pt x="1" y="17204"/>
                      <a:pt x="4986" y="22189"/>
                      <a:pt x="11095" y="22189"/>
                    </a:cubicBezTo>
                    <a:cubicBezTo>
                      <a:pt x="14044" y="22189"/>
                      <a:pt x="16840" y="21064"/>
                      <a:pt x="18937" y="18967"/>
                    </a:cubicBezTo>
                    <a:lnTo>
                      <a:pt x="18937" y="189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73"/>
              <p:cNvSpPr/>
              <p:nvPr/>
            </p:nvSpPr>
            <p:spPr>
              <a:xfrm>
                <a:off x="7128125" y="3206150"/>
                <a:ext cx="277375" cy="474200"/>
              </a:xfrm>
              <a:custGeom>
                <a:avLst/>
                <a:gdLst/>
                <a:ahLst/>
                <a:cxnLst/>
                <a:rect l="l" t="t" r="r" b="b"/>
                <a:pathLst>
                  <a:path w="11095" h="18968" extrusionOk="0">
                    <a:moveTo>
                      <a:pt x="0" y="1"/>
                    </a:moveTo>
                    <a:lnTo>
                      <a:pt x="0" y="6931"/>
                    </a:lnTo>
                    <a:cubicBezTo>
                      <a:pt x="2280" y="6931"/>
                      <a:pt x="4195" y="8785"/>
                      <a:pt x="4195" y="11095"/>
                    </a:cubicBezTo>
                    <a:cubicBezTo>
                      <a:pt x="4195" y="12220"/>
                      <a:pt x="3769" y="13284"/>
                      <a:pt x="2979" y="14074"/>
                    </a:cubicBezTo>
                    <a:lnTo>
                      <a:pt x="7873" y="18967"/>
                    </a:lnTo>
                    <a:cubicBezTo>
                      <a:pt x="9970" y="16840"/>
                      <a:pt x="11095" y="14074"/>
                      <a:pt x="11095" y="11095"/>
                    </a:cubicBezTo>
                    <a:cubicBezTo>
                      <a:pt x="11095" y="4986"/>
                      <a:pt x="611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73"/>
              <p:cNvSpPr/>
              <p:nvPr/>
            </p:nvSpPr>
            <p:spPr>
              <a:xfrm>
                <a:off x="5410750" y="2275300"/>
                <a:ext cx="587425" cy="587400"/>
              </a:xfrm>
              <a:custGeom>
                <a:avLst/>
                <a:gdLst/>
                <a:ahLst/>
                <a:cxnLst/>
                <a:rect l="l" t="t" r="r" b="b"/>
                <a:pathLst>
                  <a:path w="23497" h="23496" extrusionOk="0">
                    <a:moveTo>
                      <a:pt x="2281" y="0"/>
                    </a:moveTo>
                    <a:cubicBezTo>
                      <a:pt x="1034" y="0"/>
                      <a:pt x="1" y="1034"/>
                      <a:pt x="1" y="2280"/>
                    </a:cubicBezTo>
                    <a:lnTo>
                      <a:pt x="1" y="21216"/>
                    </a:lnTo>
                    <a:cubicBezTo>
                      <a:pt x="1" y="22462"/>
                      <a:pt x="1034" y="23496"/>
                      <a:pt x="2281" y="23496"/>
                    </a:cubicBezTo>
                    <a:lnTo>
                      <a:pt x="21217" y="23496"/>
                    </a:lnTo>
                    <a:cubicBezTo>
                      <a:pt x="22494" y="23496"/>
                      <a:pt x="23497" y="22462"/>
                      <a:pt x="23497" y="21216"/>
                    </a:cubicBezTo>
                    <a:lnTo>
                      <a:pt x="23497" y="2280"/>
                    </a:lnTo>
                    <a:cubicBezTo>
                      <a:pt x="23497" y="1034"/>
                      <a:pt x="22463" y="0"/>
                      <a:pt x="212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73"/>
              <p:cNvSpPr/>
              <p:nvPr/>
            </p:nvSpPr>
            <p:spPr>
              <a:xfrm>
                <a:off x="5434325" y="2298075"/>
                <a:ext cx="541825" cy="541825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21673" extrusionOk="0">
                    <a:moveTo>
                      <a:pt x="1368" y="1"/>
                    </a:moveTo>
                    <a:cubicBezTo>
                      <a:pt x="608" y="1"/>
                      <a:pt x="0" y="609"/>
                      <a:pt x="0" y="1369"/>
                    </a:cubicBezTo>
                    <a:lnTo>
                      <a:pt x="0" y="20305"/>
                    </a:lnTo>
                    <a:cubicBezTo>
                      <a:pt x="0" y="21065"/>
                      <a:pt x="608" y="21673"/>
                      <a:pt x="1368" y="21673"/>
                    </a:cubicBezTo>
                    <a:lnTo>
                      <a:pt x="20305" y="21673"/>
                    </a:lnTo>
                    <a:cubicBezTo>
                      <a:pt x="21064" y="21673"/>
                      <a:pt x="21672" y="21065"/>
                      <a:pt x="21672" y="20305"/>
                    </a:cubicBezTo>
                    <a:lnTo>
                      <a:pt x="21672" y="1369"/>
                    </a:lnTo>
                    <a:cubicBezTo>
                      <a:pt x="21672" y="609"/>
                      <a:pt x="21064" y="1"/>
                      <a:pt x="203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73"/>
              <p:cNvSpPr/>
              <p:nvPr/>
            </p:nvSpPr>
            <p:spPr>
              <a:xfrm>
                <a:off x="5434325" y="2407500"/>
                <a:ext cx="541825" cy="432400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17296" extrusionOk="0">
                    <a:moveTo>
                      <a:pt x="6809" y="1"/>
                    </a:moveTo>
                    <a:lnTo>
                      <a:pt x="0" y="10092"/>
                    </a:lnTo>
                    <a:lnTo>
                      <a:pt x="0" y="15959"/>
                    </a:lnTo>
                    <a:cubicBezTo>
                      <a:pt x="0" y="16688"/>
                      <a:pt x="608" y="17296"/>
                      <a:pt x="1368" y="17296"/>
                    </a:cubicBezTo>
                    <a:lnTo>
                      <a:pt x="20305" y="17296"/>
                    </a:lnTo>
                    <a:cubicBezTo>
                      <a:pt x="21064" y="17296"/>
                      <a:pt x="21672" y="16688"/>
                      <a:pt x="21672" y="15928"/>
                    </a:cubicBezTo>
                    <a:lnTo>
                      <a:pt x="21672" y="13071"/>
                    </a:lnTo>
                    <a:lnTo>
                      <a:pt x="16931" y="5958"/>
                    </a:lnTo>
                    <a:lnTo>
                      <a:pt x="13891" y="10487"/>
                    </a:lnTo>
                    <a:lnTo>
                      <a:pt x="13618" y="10092"/>
                    </a:lnTo>
                    <a:lnTo>
                      <a:pt x="68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73"/>
              <p:cNvSpPr/>
              <p:nvPr/>
            </p:nvSpPr>
            <p:spPr>
              <a:xfrm>
                <a:off x="5745125" y="2369525"/>
                <a:ext cx="12540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5016" extrusionOk="0">
                    <a:moveTo>
                      <a:pt x="2523" y="0"/>
                    </a:moveTo>
                    <a:cubicBezTo>
                      <a:pt x="1094" y="0"/>
                      <a:pt x="0" y="1094"/>
                      <a:pt x="0" y="2523"/>
                    </a:cubicBezTo>
                    <a:cubicBezTo>
                      <a:pt x="0" y="3921"/>
                      <a:pt x="1094" y="5015"/>
                      <a:pt x="2523" y="5015"/>
                    </a:cubicBezTo>
                    <a:cubicBezTo>
                      <a:pt x="3921" y="5015"/>
                      <a:pt x="5015" y="3891"/>
                      <a:pt x="5015" y="2523"/>
                    </a:cubicBezTo>
                    <a:cubicBezTo>
                      <a:pt x="5015" y="1155"/>
                      <a:pt x="3921" y="0"/>
                      <a:pt x="2523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73"/>
              <p:cNvSpPr/>
              <p:nvPr/>
            </p:nvSpPr>
            <p:spPr>
              <a:xfrm>
                <a:off x="7419925" y="1495650"/>
                <a:ext cx="637575" cy="637575"/>
              </a:xfrm>
              <a:custGeom>
                <a:avLst/>
                <a:gdLst/>
                <a:ahLst/>
                <a:cxnLst/>
                <a:rect l="l" t="t" r="r" b="b"/>
                <a:pathLst>
                  <a:path w="25503" h="25503" extrusionOk="0">
                    <a:moveTo>
                      <a:pt x="2158" y="0"/>
                    </a:moveTo>
                    <a:cubicBezTo>
                      <a:pt x="942" y="0"/>
                      <a:pt x="0" y="1003"/>
                      <a:pt x="0" y="2158"/>
                    </a:cubicBezTo>
                    <a:lnTo>
                      <a:pt x="0" y="23344"/>
                    </a:lnTo>
                    <a:cubicBezTo>
                      <a:pt x="0" y="24560"/>
                      <a:pt x="973" y="25502"/>
                      <a:pt x="2158" y="25502"/>
                    </a:cubicBezTo>
                    <a:lnTo>
                      <a:pt x="23314" y="25502"/>
                    </a:lnTo>
                    <a:cubicBezTo>
                      <a:pt x="24530" y="25502"/>
                      <a:pt x="25502" y="24499"/>
                      <a:pt x="25502" y="23344"/>
                    </a:cubicBezTo>
                    <a:lnTo>
                      <a:pt x="25502" y="2158"/>
                    </a:lnTo>
                    <a:cubicBezTo>
                      <a:pt x="25502" y="942"/>
                      <a:pt x="24499" y="0"/>
                      <a:pt x="23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73"/>
              <p:cNvSpPr/>
              <p:nvPr/>
            </p:nvSpPr>
            <p:spPr>
              <a:xfrm>
                <a:off x="7537700" y="1604300"/>
                <a:ext cx="402775" cy="419500"/>
              </a:xfrm>
              <a:custGeom>
                <a:avLst/>
                <a:gdLst/>
                <a:ahLst/>
                <a:cxnLst/>
                <a:rect l="l" t="t" r="r" b="b"/>
                <a:pathLst>
                  <a:path w="16111" h="16780" extrusionOk="0">
                    <a:moveTo>
                      <a:pt x="8055" y="5685"/>
                    </a:moveTo>
                    <a:cubicBezTo>
                      <a:pt x="9514" y="5685"/>
                      <a:pt x="10761" y="6901"/>
                      <a:pt x="10761" y="8390"/>
                    </a:cubicBezTo>
                    <a:cubicBezTo>
                      <a:pt x="10761" y="9879"/>
                      <a:pt x="9545" y="11095"/>
                      <a:pt x="8055" y="11095"/>
                    </a:cubicBezTo>
                    <a:cubicBezTo>
                      <a:pt x="6566" y="11095"/>
                      <a:pt x="5350" y="9879"/>
                      <a:pt x="5350" y="8390"/>
                    </a:cubicBezTo>
                    <a:cubicBezTo>
                      <a:pt x="5350" y="6901"/>
                      <a:pt x="6566" y="5685"/>
                      <a:pt x="8055" y="5685"/>
                    </a:cubicBezTo>
                    <a:close/>
                    <a:moveTo>
                      <a:pt x="6536" y="1"/>
                    </a:moveTo>
                    <a:lnTo>
                      <a:pt x="6049" y="2280"/>
                    </a:lnTo>
                    <a:cubicBezTo>
                      <a:pt x="5168" y="2524"/>
                      <a:pt x="4408" y="2980"/>
                      <a:pt x="3770" y="3587"/>
                    </a:cubicBezTo>
                    <a:lnTo>
                      <a:pt x="1520" y="2858"/>
                    </a:lnTo>
                    <a:lnTo>
                      <a:pt x="1" y="5502"/>
                    </a:lnTo>
                    <a:lnTo>
                      <a:pt x="1733" y="7053"/>
                    </a:lnTo>
                    <a:cubicBezTo>
                      <a:pt x="1672" y="7478"/>
                      <a:pt x="1581" y="7934"/>
                      <a:pt x="1581" y="8390"/>
                    </a:cubicBezTo>
                    <a:cubicBezTo>
                      <a:pt x="1581" y="8846"/>
                      <a:pt x="1642" y="9302"/>
                      <a:pt x="1733" y="9727"/>
                    </a:cubicBezTo>
                    <a:lnTo>
                      <a:pt x="1" y="11278"/>
                    </a:lnTo>
                    <a:lnTo>
                      <a:pt x="1520" y="13892"/>
                    </a:lnTo>
                    <a:lnTo>
                      <a:pt x="3770" y="13162"/>
                    </a:lnTo>
                    <a:cubicBezTo>
                      <a:pt x="4408" y="13770"/>
                      <a:pt x="5198" y="14226"/>
                      <a:pt x="6049" y="14499"/>
                    </a:cubicBezTo>
                    <a:lnTo>
                      <a:pt x="6536" y="16779"/>
                    </a:lnTo>
                    <a:lnTo>
                      <a:pt x="9575" y="16779"/>
                    </a:lnTo>
                    <a:lnTo>
                      <a:pt x="10062" y="14499"/>
                    </a:lnTo>
                    <a:cubicBezTo>
                      <a:pt x="10943" y="14226"/>
                      <a:pt x="11703" y="13770"/>
                      <a:pt x="12341" y="13162"/>
                    </a:cubicBezTo>
                    <a:lnTo>
                      <a:pt x="14590" y="13892"/>
                    </a:lnTo>
                    <a:lnTo>
                      <a:pt x="16110" y="11278"/>
                    </a:lnTo>
                    <a:lnTo>
                      <a:pt x="14347" y="9727"/>
                    </a:lnTo>
                    <a:cubicBezTo>
                      <a:pt x="14439" y="9302"/>
                      <a:pt x="14499" y="8846"/>
                      <a:pt x="14499" y="8390"/>
                    </a:cubicBezTo>
                    <a:cubicBezTo>
                      <a:pt x="14499" y="7934"/>
                      <a:pt x="14469" y="7478"/>
                      <a:pt x="14347" y="7053"/>
                    </a:cubicBezTo>
                    <a:lnTo>
                      <a:pt x="16110" y="5502"/>
                    </a:lnTo>
                    <a:lnTo>
                      <a:pt x="14590" y="2858"/>
                    </a:lnTo>
                    <a:lnTo>
                      <a:pt x="12341" y="3587"/>
                    </a:lnTo>
                    <a:cubicBezTo>
                      <a:pt x="11703" y="2980"/>
                      <a:pt x="10913" y="2524"/>
                      <a:pt x="10062" y="2280"/>
                    </a:cubicBezTo>
                    <a:lnTo>
                      <a:pt x="957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73"/>
              <p:cNvSpPr/>
              <p:nvPr/>
            </p:nvSpPr>
            <p:spPr>
              <a:xfrm>
                <a:off x="5079450" y="1802650"/>
                <a:ext cx="852625" cy="151225"/>
              </a:xfrm>
              <a:custGeom>
                <a:avLst/>
                <a:gdLst/>
                <a:ahLst/>
                <a:cxnLst/>
                <a:rect l="l" t="t" r="r" b="b"/>
                <a:pathLst>
                  <a:path w="34105" h="6049" extrusionOk="0">
                    <a:moveTo>
                      <a:pt x="1824" y="0"/>
                    </a:moveTo>
                    <a:cubicBezTo>
                      <a:pt x="791" y="0"/>
                      <a:pt x="0" y="821"/>
                      <a:pt x="0" y="1824"/>
                    </a:cubicBezTo>
                    <a:lnTo>
                      <a:pt x="0" y="4225"/>
                    </a:lnTo>
                    <a:cubicBezTo>
                      <a:pt x="0" y="5228"/>
                      <a:pt x="821" y="6049"/>
                      <a:pt x="1824" y="6049"/>
                    </a:cubicBezTo>
                    <a:lnTo>
                      <a:pt x="32281" y="6049"/>
                    </a:lnTo>
                    <a:cubicBezTo>
                      <a:pt x="33284" y="6049"/>
                      <a:pt x="34104" y="5198"/>
                      <a:pt x="34104" y="4225"/>
                    </a:cubicBezTo>
                    <a:lnTo>
                      <a:pt x="34104" y="1824"/>
                    </a:lnTo>
                    <a:cubicBezTo>
                      <a:pt x="34104" y="790"/>
                      <a:pt x="33284" y="0"/>
                      <a:pt x="32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73"/>
              <p:cNvSpPr/>
              <p:nvPr/>
            </p:nvSpPr>
            <p:spPr>
              <a:xfrm>
                <a:off x="5140250" y="1868000"/>
                <a:ext cx="73027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29211" h="760" extrusionOk="0">
                    <a:moveTo>
                      <a:pt x="365" y="0"/>
                    </a:moveTo>
                    <a:cubicBezTo>
                      <a:pt x="152" y="0"/>
                      <a:pt x="0" y="182"/>
                      <a:pt x="0" y="395"/>
                    </a:cubicBezTo>
                    <a:cubicBezTo>
                      <a:pt x="0" y="608"/>
                      <a:pt x="182" y="760"/>
                      <a:pt x="365" y="760"/>
                    </a:cubicBezTo>
                    <a:lnTo>
                      <a:pt x="28846" y="760"/>
                    </a:lnTo>
                    <a:cubicBezTo>
                      <a:pt x="29028" y="760"/>
                      <a:pt x="29210" y="608"/>
                      <a:pt x="29210" y="395"/>
                    </a:cubicBezTo>
                    <a:cubicBezTo>
                      <a:pt x="29210" y="152"/>
                      <a:pt x="29028" y="0"/>
                      <a:pt x="288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73"/>
              <p:cNvSpPr/>
              <p:nvPr/>
            </p:nvSpPr>
            <p:spPr>
              <a:xfrm>
                <a:off x="5140250" y="1868750"/>
                <a:ext cx="11705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4682" h="761" extrusionOk="0">
                    <a:moveTo>
                      <a:pt x="365" y="0"/>
                    </a:moveTo>
                    <a:cubicBezTo>
                      <a:pt x="182" y="0"/>
                      <a:pt x="0" y="152"/>
                      <a:pt x="0" y="396"/>
                    </a:cubicBezTo>
                    <a:cubicBezTo>
                      <a:pt x="0" y="578"/>
                      <a:pt x="152" y="760"/>
                      <a:pt x="365" y="760"/>
                    </a:cubicBezTo>
                    <a:lnTo>
                      <a:pt x="4681" y="760"/>
                    </a:lnTo>
                    <a:lnTo>
                      <a:pt x="4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73"/>
              <p:cNvSpPr/>
              <p:nvPr/>
            </p:nvSpPr>
            <p:spPr>
              <a:xfrm>
                <a:off x="5235225" y="1852800"/>
                <a:ext cx="49425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6" extrusionOk="0">
                    <a:moveTo>
                      <a:pt x="973" y="0"/>
                    </a:moveTo>
                    <a:cubicBezTo>
                      <a:pt x="426" y="0"/>
                      <a:pt x="1" y="456"/>
                      <a:pt x="1" y="973"/>
                    </a:cubicBezTo>
                    <a:cubicBezTo>
                      <a:pt x="1" y="1520"/>
                      <a:pt x="426" y="1976"/>
                      <a:pt x="973" y="1976"/>
                    </a:cubicBezTo>
                    <a:cubicBezTo>
                      <a:pt x="1520" y="1976"/>
                      <a:pt x="1976" y="1520"/>
                      <a:pt x="1976" y="973"/>
                    </a:cubicBezTo>
                    <a:cubicBezTo>
                      <a:pt x="1976" y="456"/>
                      <a:pt x="1520" y="0"/>
                      <a:pt x="9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0" name="Google Shape;1430;p73"/>
              <p:cNvGrpSpPr/>
              <p:nvPr/>
            </p:nvGrpSpPr>
            <p:grpSpPr>
              <a:xfrm>
                <a:off x="6847314" y="2023795"/>
                <a:ext cx="622391" cy="623829"/>
                <a:chOff x="5096713" y="3964200"/>
                <a:chExt cx="324500" cy="325250"/>
              </a:xfrm>
            </p:grpSpPr>
            <p:sp>
              <p:nvSpPr>
                <p:cNvPr id="1431" name="Google Shape;1431;p73"/>
                <p:cNvSpPr/>
                <p:nvPr/>
              </p:nvSpPr>
              <p:spPr>
                <a:xfrm>
                  <a:off x="5096713" y="3964200"/>
                  <a:ext cx="3245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13010" extrusionOk="0">
                      <a:moveTo>
                        <a:pt x="6445" y="699"/>
                      </a:moveTo>
                      <a:cubicBezTo>
                        <a:pt x="9636" y="699"/>
                        <a:pt x="12250" y="3313"/>
                        <a:pt x="12250" y="6505"/>
                      </a:cubicBezTo>
                      <a:cubicBezTo>
                        <a:pt x="12250" y="9697"/>
                        <a:pt x="9667" y="12311"/>
                        <a:pt x="6445" y="12311"/>
                      </a:cubicBezTo>
                      <a:cubicBezTo>
                        <a:pt x="3253" y="12311"/>
                        <a:pt x="639" y="9727"/>
                        <a:pt x="639" y="6505"/>
                      </a:cubicBezTo>
                      <a:cubicBezTo>
                        <a:pt x="639" y="3313"/>
                        <a:pt x="3253" y="699"/>
                        <a:pt x="6445" y="699"/>
                      </a:cubicBezTo>
                      <a:close/>
                      <a:moveTo>
                        <a:pt x="6475" y="0"/>
                      </a:moveTo>
                      <a:cubicBezTo>
                        <a:pt x="2919" y="0"/>
                        <a:pt x="1" y="2949"/>
                        <a:pt x="1" y="6505"/>
                      </a:cubicBezTo>
                      <a:cubicBezTo>
                        <a:pt x="1" y="10092"/>
                        <a:pt x="2888" y="13010"/>
                        <a:pt x="6475" y="13010"/>
                      </a:cubicBezTo>
                      <a:cubicBezTo>
                        <a:pt x="10062" y="13010"/>
                        <a:pt x="12980" y="10092"/>
                        <a:pt x="12980" y="6505"/>
                      </a:cubicBezTo>
                      <a:cubicBezTo>
                        <a:pt x="12980" y="2949"/>
                        <a:pt x="10062" y="0"/>
                        <a:pt x="64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2" name="Google Shape;1432;p73"/>
                <p:cNvSpPr/>
                <p:nvPr/>
              </p:nvSpPr>
              <p:spPr>
                <a:xfrm>
                  <a:off x="5185638" y="3964200"/>
                  <a:ext cx="1444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13010" extrusionOk="0">
                      <a:moveTo>
                        <a:pt x="2888" y="699"/>
                      </a:moveTo>
                      <a:cubicBezTo>
                        <a:pt x="3952" y="699"/>
                        <a:pt x="5137" y="3101"/>
                        <a:pt x="5137" y="6505"/>
                      </a:cubicBezTo>
                      <a:cubicBezTo>
                        <a:pt x="5137" y="9940"/>
                        <a:pt x="3952" y="12311"/>
                        <a:pt x="2888" y="12311"/>
                      </a:cubicBezTo>
                      <a:cubicBezTo>
                        <a:pt x="1824" y="12311"/>
                        <a:pt x="638" y="9940"/>
                        <a:pt x="638" y="6505"/>
                      </a:cubicBezTo>
                      <a:cubicBezTo>
                        <a:pt x="638" y="3101"/>
                        <a:pt x="1824" y="699"/>
                        <a:pt x="2888" y="699"/>
                      </a:cubicBezTo>
                      <a:close/>
                      <a:moveTo>
                        <a:pt x="2888" y="0"/>
                      </a:moveTo>
                      <a:cubicBezTo>
                        <a:pt x="1307" y="0"/>
                        <a:pt x="0" y="2857"/>
                        <a:pt x="0" y="6505"/>
                      </a:cubicBezTo>
                      <a:cubicBezTo>
                        <a:pt x="0" y="10152"/>
                        <a:pt x="1307" y="13010"/>
                        <a:pt x="2888" y="13010"/>
                      </a:cubicBezTo>
                      <a:cubicBezTo>
                        <a:pt x="4499" y="13010"/>
                        <a:pt x="5775" y="10152"/>
                        <a:pt x="5775" y="6505"/>
                      </a:cubicBezTo>
                      <a:cubicBezTo>
                        <a:pt x="5775" y="2857"/>
                        <a:pt x="4529" y="0"/>
                        <a:pt x="28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3" name="Google Shape;1433;p73"/>
                <p:cNvSpPr/>
                <p:nvPr/>
              </p:nvSpPr>
              <p:spPr>
                <a:xfrm>
                  <a:off x="5104313" y="4119225"/>
                  <a:ext cx="30780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2" h="639" extrusionOk="0">
                      <a:moveTo>
                        <a:pt x="1" y="0"/>
                      </a:moveTo>
                      <a:lnTo>
                        <a:pt x="1" y="638"/>
                      </a:lnTo>
                      <a:lnTo>
                        <a:pt x="12311" y="638"/>
                      </a:lnTo>
                      <a:lnTo>
                        <a:pt x="123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4" name="Google Shape;1434;p73"/>
                <p:cNvSpPr/>
                <p:nvPr/>
              </p:nvSpPr>
              <p:spPr>
                <a:xfrm>
                  <a:off x="5136238" y="4023475"/>
                  <a:ext cx="243200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33" extrusionOk="0">
                      <a:moveTo>
                        <a:pt x="456" y="0"/>
                      </a:moveTo>
                      <a:lnTo>
                        <a:pt x="0" y="456"/>
                      </a:lnTo>
                      <a:cubicBezTo>
                        <a:pt x="31" y="486"/>
                        <a:pt x="1307" y="1733"/>
                        <a:pt x="4864" y="1733"/>
                      </a:cubicBezTo>
                      <a:cubicBezTo>
                        <a:pt x="8420" y="1733"/>
                        <a:pt x="9697" y="486"/>
                        <a:pt x="9727" y="456"/>
                      </a:cubicBezTo>
                      <a:lnTo>
                        <a:pt x="9271" y="0"/>
                      </a:lnTo>
                      <a:cubicBezTo>
                        <a:pt x="9271" y="0"/>
                        <a:pt x="8147" y="1094"/>
                        <a:pt x="4864" y="1094"/>
                      </a:cubicBezTo>
                      <a:cubicBezTo>
                        <a:pt x="1581" y="1094"/>
                        <a:pt x="456" y="0"/>
                        <a:pt x="4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5" name="Google Shape;1435;p73"/>
                <p:cNvSpPr/>
                <p:nvPr/>
              </p:nvSpPr>
              <p:spPr>
                <a:xfrm>
                  <a:off x="5136238" y="4187600"/>
                  <a:ext cx="243200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64" extrusionOk="0">
                      <a:moveTo>
                        <a:pt x="4864" y="1"/>
                      </a:moveTo>
                      <a:cubicBezTo>
                        <a:pt x="1277" y="1"/>
                        <a:pt x="31" y="1247"/>
                        <a:pt x="0" y="1308"/>
                      </a:cubicBezTo>
                      <a:lnTo>
                        <a:pt x="456" y="1764"/>
                      </a:lnTo>
                      <a:cubicBezTo>
                        <a:pt x="456" y="1764"/>
                        <a:pt x="1581" y="639"/>
                        <a:pt x="4864" y="639"/>
                      </a:cubicBezTo>
                      <a:cubicBezTo>
                        <a:pt x="8147" y="639"/>
                        <a:pt x="9271" y="1764"/>
                        <a:pt x="9271" y="1764"/>
                      </a:cubicBezTo>
                      <a:lnTo>
                        <a:pt x="9727" y="1308"/>
                      </a:lnTo>
                      <a:cubicBezTo>
                        <a:pt x="9697" y="1247"/>
                        <a:pt x="8450" y="1"/>
                        <a:pt x="48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36" name="Google Shape;1436;p73"/>
            <p:cNvGrpSpPr/>
            <p:nvPr/>
          </p:nvGrpSpPr>
          <p:grpSpPr>
            <a:xfrm>
              <a:off x="6016600" y="1843700"/>
              <a:ext cx="541250" cy="541250"/>
              <a:chOff x="4166475" y="4220125"/>
              <a:chExt cx="541250" cy="541250"/>
            </a:xfrm>
          </p:grpSpPr>
          <p:sp>
            <p:nvSpPr>
              <p:cNvPr id="1437" name="Google Shape;1437;p73"/>
              <p:cNvSpPr/>
              <p:nvPr/>
            </p:nvSpPr>
            <p:spPr>
              <a:xfrm>
                <a:off x="4220675" y="4597075"/>
                <a:ext cx="110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4437" extrusionOk="0">
                    <a:moveTo>
                      <a:pt x="2202" y="0"/>
                    </a:moveTo>
                    <a:cubicBezTo>
                      <a:pt x="968" y="0"/>
                      <a:pt x="1" y="1001"/>
                      <a:pt x="1" y="2235"/>
                    </a:cubicBezTo>
                    <a:cubicBezTo>
                      <a:pt x="1" y="3436"/>
                      <a:pt x="968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73"/>
              <p:cNvSpPr/>
              <p:nvPr/>
            </p:nvSpPr>
            <p:spPr>
              <a:xfrm>
                <a:off x="4542575" y="4275175"/>
                <a:ext cx="1101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37" extrusionOk="0">
                    <a:moveTo>
                      <a:pt x="2202" y="0"/>
                    </a:moveTo>
                    <a:cubicBezTo>
                      <a:pt x="1001" y="0"/>
                      <a:pt x="1" y="1001"/>
                      <a:pt x="1" y="2235"/>
                    </a:cubicBezTo>
                    <a:cubicBezTo>
                      <a:pt x="1" y="3436"/>
                      <a:pt x="1001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73"/>
              <p:cNvSpPr/>
              <p:nvPr/>
            </p:nvSpPr>
            <p:spPr>
              <a:xfrm>
                <a:off x="4212900" y="4273500"/>
                <a:ext cx="448400" cy="434500"/>
              </a:xfrm>
              <a:custGeom>
                <a:avLst/>
                <a:gdLst/>
                <a:ahLst/>
                <a:cxnLst/>
                <a:rect l="l" t="t" r="r" b="b"/>
                <a:pathLst>
                  <a:path w="17936" h="17380" extrusionOk="0">
                    <a:moveTo>
                      <a:pt x="4232" y="0"/>
                    </a:moveTo>
                    <a:cubicBezTo>
                      <a:pt x="1893" y="0"/>
                      <a:pt x="1" y="2078"/>
                      <a:pt x="312" y="4504"/>
                    </a:cubicBezTo>
                    <a:cubicBezTo>
                      <a:pt x="512" y="6238"/>
                      <a:pt x="1880" y="7673"/>
                      <a:pt x="3648" y="7906"/>
                    </a:cubicBezTo>
                    <a:cubicBezTo>
                      <a:pt x="3881" y="7956"/>
                      <a:pt x="4106" y="7981"/>
                      <a:pt x="4327" y="7981"/>
                    </a:cubicBezTo>
                    <a:cubicBezTo>
                      <a:pt x="4548" y="7981"/>
                      <a:pt x="4765" y="7956"/>
                      <a:pt x="4982" y="7906"/>
                    </a:cubicBezTo>
                    <a:cubicBezTo>
                      <a:pt x="5197" y="7868"/>
                      <a:pt x="5413" y="7849"/>
                      <a:pt x="5628" y="7849"/>
                    </a:cubicBezTo>
                    <a:cubicBezTo>
                      <a:pt x="6713" y="7849"/>
                      <a:pt x="7772" y="8322"/>
                      <a:pt x="8551" y="9074"/>
                    </a:cubicBezTo>
                    <a:cubicBezTo>
                      <a:pt x="9485" y="10008"/>
                      <a:pt x="9985" y="11342"/>
                      <a:pt x="9719" y="12676"/>
                    </a:cubicBezTo>
                    <a:cubicBezTo>
                      <a:pt x="9652" y="13077"/>
                      <a:pt x="9652" y="13544"/>
                      <a:pt x="9719" y="14011"/>
                    </a:cubicBezTo>
                    <a:cubicBezTo>
                      <a:pt x="9985" y="15745"/>
                      <a:pt x="11453" y="17146"/>
                      <a:pt x="13154" y="17346"/>
                    </a:cubicBezTo>
                    <a:cubicBezTo>
                      <a:pt x="13328" y="17369"/>
                      <a:pt x="13501" y="17380"/>
                      <a:pt x="13671" y="17380"/>
                    </a:cubicBezTo>
                    <a:cubicBezTo>
                      <a:pt x="16014" y="17380"/>
                      <a:pt x="17935" y="15302"/>
                      <a:pt x="17624" y="12876"/>
                    </a:cubicBezTo>
                    <a:cubicBezTo>
                      <a:pt x="17391" y="11142"/>
                      <a:pt x="16023" y="9708"/>
                      <a:pt x="14289" y="9474"/>
                    </a:cubicBezTo>
                    <a:cubicBezTo>
                      <a:pt x="14055" y="9424"/>
                      <a:pt x="13822" y="9399"/>
                      <a:pt x="13596" y="9399"/>
                    </a:cubicBezTo>
                    <a:cubicBezTo>
                      <a:pt x="13371" y="9399"/>
                      <a:pt x="13154" y="9424"/>
                      <a:pt x="12954" y="9474"/>
                    </a:cubicBezTo>
                    <a:cubicBezTo>
                      <a:pt x="12739" y="9513"/>
                      <a:pt x="12523" y="9531"/>
                      <a:pt x="12308" y="9531"/>
                    </a:cubicBezTo>
                    <a:cubicBezTo>
                      <a:pt x="11222" y="9531"/>
                      <a:pt x="10159" y="9058"/>
                      <a:pt x="9352" y="8306"/>
                    </a:cubicBezTo>
                    <a:cubicBezTo>
                      <a:pt x="8451" y="7372"/>
                      <a:pt x="7951" y="6038"/>
                      <a:pt x="8184" y="4704"/>
                    </a:cubicBezTo>
                    <a:cubicBezTo>
                      <a:pt x="8251" y="4304"/>
                      <a:pt x="8251" y="3837"/>
                      <a:pt x="8184" y="3370"/>
                    </a:cubicBezTo>
                    <a:cubicBezTo>
                      <a:pt x="7917" y="1635"/>
                      <a:pt x="6483" y="234"/>
                      <a:pt x="4748" y="34"/>
                    </a:cubicBezTo>
                    <a:cubicBezTo>
                      <a:pt x="4574" y="11"/>
                      <a:pt x="4402" y="0"/>
                      <a:pt x="4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73"/>
              <p:cNvSpPr/>
              <p:nvPr/>
            </p:nvSpPr>
            <p:spPr>
              <a:xfrm>
                <a:off x="4166475" y="4220125"/>
                <a:ext cx="541250" cy="541250"/>
              </a:xfrm>
              <a:custGeom>
                <a:avLst/>
                <a:gdLst/>
                <a:ahLst/>
                <a:cxnLst/>
                <a:rect l="l" t="t" r="r" b="b"/>
                <a:pathLst>
                  <a:path w="21650" h="21650" extrusionOk="0">
                    <a:moveTo>
                      <a:pt x="1669" y="334"/>
                    </a:moveTo>
                    <a:lnTo>
                      <a:pt x="1669" y="368"/>
                    </a:lnTo>
                    <a:lnTo>
                      <a:pt x="19982" y="368"/>
                    </a:lnTo>
                    <a:cubicBezTo>
                      <a:pt x="20682" y="368"/>
                      <a:pt x="21249" y="968"/>
                      <a:pt x="21249" y="1669"/>
                    </a:cubicBezTo>
                    <a:lnTo>
                      <a:pt x="21249" y="19948"/>
                    </a:lnTo>
                    <a:cubicBezTo>
                      <a:pt x="21249" y="20649"/>
                      <a:pt x="20682" y="21216"/>
                      <a:pt x="19982" y="21216"/>
                    </a:cubicBezTo>
                    <a:lnTo>
                      <a:pt x="1669" y="21216"/>
                    </a:lnTo>
                    <a:cubicBezTo>
                      <a:pt x="935" y="21216"/>
                      <a:pt x="368" y="20649"/>
                      <a:pt x="368" y="19948"/>
                    </a:cubicBezTo>
                    <a:lnTo>
                      <a:pt x="368" y="1635"/>
                    </a:lnTo>
                    <a:cubicBezTo>
                      <a:pt x="368" y="935"/>
                      <a:pt x="968" y="334"/>
                      <a:pt x="1669" y="334"/>
                    </a:cubicBezTo>
                    <a:close/>
                    <a:moveTo>
                      <a:pt x="1669" y="1"/>
                    </a:moveTo>
                    <a:cubicBezTo>
                      <a:pt x="735" y="1"/>
                      <a:pt x="1" y="768"/>
                      <a:pt x="1" y="1669"/>
                    </a:cubicBezTo>
                    <a:lnTo>
                      <a:pt x="1" y="19982"/>
                    </a:lnTo>
                    <a:cubicBezTo>
                      <a:pt x="1" y="20882"/>
                      <a:pt x="735" y="21650"/>
                      <a:pt x="1669" y="21650"/>
                    </a:cubicBezTo>
                    <a:lnTo>
                      <a:pt x="19982" y="21650"/>
                    </a:lnTo>
                    <a:cubicBezTo>
                      <a:pt x="20882" y="21650"/>
                      <a:pt x="21649" y="20882"/>
                      <a:pt x="21649" y="19982"/>
                    </a:cubicBezTo>
                    <a:lnTo>
                      <a:pt x="21649" y="1669"/>
                    </a:lnTo>
                    <a:cubicBezTo>
                      <a:pt x="21649" y="768"/>
                      <a:pt x="20882" y="1"/>
                      <a:pt x="199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41" name="Google Shape;1441;p73"/>
          <p:cNvSpPr/>
          <p:nvPr/>
        </p:nvSpPr>
        <p:spPr>
          <a:xfrm>
            <a:off x="4973975" y="110447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73"/>
          <p:cNvSpPr/>
          <p:nvPr/>
        </p:nvSpPr>
        <p:spPr>
          <a:xfrm>
            <a:off x="8063250" y="40526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117"/>
          <p:cNvSpPr/>
          <p:nvPr/>
        </p:nvSpPr>
        <p:spPr>
          <a:xfrm>
            <a:off x="1369525" y="3508438"/>
            <a:ext cx="18180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1" name="Google Shape;3391;p117"/>
          <p:cNvSpPr/>
          <p:nvPr/>
        </p:nvSpPr>
        <p:spPr>
          <a:xfrm>
            <a:off x="1369525" y="2685794"/>
            <a:ext cx="18180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2" name="Google Shape;3392;p117"/>
          <p:cNvSpPr/>
          <p:nvPr/>
        </p:nvSpPr>
        <p:spPr>
          <a:xfrm>
            <a:off x="1369525" y="1780156"/>
            <a:ext cx="18180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3" name="Google Shape;3393;p117"/>
          <p:cNvSpPr txBox="1">
            <a:spLocks noGrp="1"/>
          </p:cNvSpPr>
          <p:nvPr>
            <p:ph type="title" idx="6"/>
          </p:nvPr>
        </p:nvSpPr>
        <p:spPr>
          <a:xfrm>
            <a:off x="720000" y="692400"/>
            <a:ext cx="4372500" cy="10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our game unique?</a:t>
            </a:r>
            <a:endParaRPr dirty="0"/>
          </a:p>
        </p:txBody>
      </p:sp>
      <p:sp>
        <p:nvSpPr>
          <p:cNvPr id="3394" name="Google Shape;3394;p117"/>
          <p:cNvSpPr txBox="1">
            <a:spLocks noGrp="1"/>
          </p:cNvSpPr>
          <p:nvPr>
            <p:ph type="title"/>
          </p:nvPr>
        </p:nvSpPr>
        <p:spPr>
          <a:xfrm>
            <a:off x="1369525" y="3484738"/>
            <a:ext cx="1871272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Level Progression</a:t>
            </a:r>
            <a:endParaRPr sz="1200" dirty="0"/>
          </a:p>
        </p:txBody>
      </p:sp>
      <p:sp>
        <p:nvSpPr>
          <p:cNvPr id="3395" name="Google Shape;3395;p117"/>
          <p:cNvSpPr txBox="1">
            <a:spLocks noGrp="1"/>
          </p:cNvSpPr>
          <p:nvPr>
            <p:ph type="subTitle" idx="1"/>
          </p:nvPr>
        </p:nvSpPr>
        <p:spPr>
          <a:xfrm>
            <a:off x="3314625" y="2508341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 is very minimalistic to ensure there are no distraction, and the game is very easy to navigate</a:t>
            </a:r>
          </a:p>
        </p:txBody>
      </p:sp>
      <p:sp>
        <p:nvSpPr>
          <p:cNvPr id="3396" name="Google Shape;3396;p117"/>
          <p:cNvSpPr txBox="1">
            <a:spLocks noGrp="1"/>
          </p:cNvSpPr>
          <p:nvPr>
            <p:ph type="title" idx="2"/>
          </p:nvPr>
        </p:nvSpPr>
        <p:spPr>
          <a:xfrm>
            <a:off x="1436725" y="2673931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</a:t>
            </a:r>
            <a:endParaRPr dirty="0"/>
          </a:p>
        </p:txBody>
      </p:sp>
      <p:sp>
        <p:nvSpPr>
          <p:cNvPr id="3397" name="Google Shape;3397;p117"/>
          <p:cNvSpPr txBox="1">
            <a:spLocks noGrp="1"/>
          </p:cNvSpPr>
          <p:nvPr>
            <p:ph type="subTitle" idx="3"/>
          </p:nvPr>
        </p:nvSpPr>
        <p:spPr>
          <a:xfrm>
            <a:off x="3314625" y="3310598"/>
            <a:ext cx="2586300" cy="6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You improve =&gt; difficulty increases</a:t>
            </a:r>
            <a:endParaRPr dirty="0"/>
          </a:p>
        </p:txBody>
      </p:sp>
      <p:sp>
        <p:nvSpPr>
          <p:cNvPr id="3398" name="Google Shape;3398;p117"/>
          <p:cNvSpPr txBox="1">
            <a:spLocks noGrp="1"/>
          </p:cNvSpPr>
          <p:nvPr>
            <p:ph type="title" idx="4"/>
          </p:nvPr>
        </p:nvSpPr>
        <p:spPr>
          <a:xfrm>
            <a:off x="1436725" y="1768294"/>
            <a:ext cx="16836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Fast</a:t>
            </a:r>
            <a:endParaRPr dirty="0"/>
          </a:p>
        </p:txBody>
      </p:sp>
      <p:sp>
        <p:nvSpPr>
          <p:cNvPr id="3399" name="Google Shape;3399;p117"/>
          <p:cNvSpPr txBox="1">
            <a:spLocks noGrp="1"/>
          </p:cNvSpPr>
          <p:nvPr>
            <p:ph type="subTitle" idx="5"/>
          </p:nvPr>
        </p:nvSpPr>
        <p:spPr>
          <a:xfrm>
            <a:off x="3314625" y="1586806"/>
            <a:ext cx="2586300" cy="7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Board generated in the back groun</a:t>
            </a:r>
            <a:r>
              <a:rPr lang="en-US" dirty="0"/>
              <a:t>d</a:t>
            </a:r>
            <a:r>
              <a:rPr lang="en" dirty="0"/>
              <a:t> so the user does not wait</a:t>
            </a:r>
            <a:endParaRPr dirty="0"/>
          </a:p>
        </p:txBody>
      </p:sp>
      <p:grpSp>
        <p:nvGrpSpPr>
          <p:cNvPr id="3400" name="Google Shape;3400;p117"/>
          <p:cNvGrpSpPr/>
          <p:nvPr/>
        </p:nvGrpSpPr>
        <p:grpSpPr>
          <a:xfrm>
            <a:off x="891563" y="3503475"/>
            <a:ext cx="349450" cy="349175"/>
            <a:chOff x="7794338" y="2568550"/>
            <a:chExt cx="349450" cy="349175"/>
          </a:xfrm>
        </p:grpSpPr>
        <p:sp>
          <p:nvSpPr>
            <p:cNvPr id="3401" name="Google Shape;3401;p117"/>
            <p:cNvSpPr/>
            <p:nvPr/>
          </p:nvSpPr>
          <p:spPr>
            <a:xfrm>
              <a:off x="7884888" y="2650975"/>
              <a:ext cx="84225" cy="54725"/>
            </a:xfrm>
            <a:custGeom>
              <a:avLst/>
              <a:gdLst/>
              <a:ahLst/>
              <a:cxnLst/>
              <a:rect l="l" t="t" r="r" b="b"/>
              <a:pathLst>
                <a:path w="3369" h="2189" extrusionOk="0">
                  <a:moveTo>
                    <a:pt x="3369" y="0"/>
                  </a:moveTo>
                  <a:cubicBezTo>
                    <a:pt x="1875" y="0"/>
                    <a:pt x="578" y="903"/>
                    <a:pt x="0" y="2188"/>
                  </a:cubicBezTo>
                  <a:lnTo>
                    <a:pt x="1980" y="2188"/>
                  </a:lnTo>
                  <a:cubicBezTo>
                    <a:pt x="2174" y="972"/>
                    <a:pt x="2627" y="0"/>
                    <a:pt x="33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17"/>
            <p:cNvSpPr/>
            <p:nvPr/>
          </p:nvSpPr>
          <p:spPr>
            <a:xfrm>
              <a:off x="7955213" y="2780575"/>
              <a:ext cx="27775" cy="34175"/>
            </a:xfrm>
            <a:custGeom>
              <a:avLst/>
              <a:gdLst/>
              <a:ahLst/>
              <a:cxnLst/>
              <a:rect l="l" t="t" r="r" b="b"/>
              <a:pathLst>
                <a:path w="1111" h="1367" extrusionOk="0">
                  <a:moveTo>
                    <a:pt x="0" y="1"/>
                  </a:moveTo>
                  <a:cubicBezTo>
                    <a:pt x="33" y="209"/>
                    <a:pt x="92" y="406"/>
                    <a:pt x="139" y="589"/>
                  </a:cubicBezTo>
                  <a:cubicBezTo>
                    <a:pt x="311" y="1159"/>
                    <a:pt x="497" y="1342"/>
                    <a:pt x="556" y="1367"/>
                  </a:cubicBezTo>
                  <a:cubicBezTo>
                    <a:pt x="611" y="1342"/>
                    <a:pt x="797" y="1159"/>
                    <a:pt x="972" y="589"/>
                  </a:cubicBezTo>
                  <a:cubicBezTo>
                    <a:pt x="1028" y="406"/>
                    <a:pt x="1075" y="209"/>
                    <a:pt x="1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17"/>
            <p:cNvSpPr/>
            <p:nvPr/>
          </p:nvSpPr>
          <p:spPr>
            <a:xfrm>
              <a:off x="8006088" y="2725875"/>
              <a:ext cx="55300" cy="34175"/>
            </a:xfrm>
            <a:custGeom>
              <a:avLst/>
              <a:gdLst/>
              <a:ahLst/>
              <a:cxnLst/>
              <a:rect l="l" t="t" r="r" b="b"/>
              <a:pathLst>
                <a:path w="2212" h="1367" extrusionOk="0">
                  <a:moveTo>
                    <a:pt x="1" y="0"/>
                  </a:moveTo>
                  <a:cubicBezTo>
                    <a:pt x="12" y="234"/>
                    <a:pt x="23" y="464"/>
                    <a:pt x="23" y="684"/>
                  </a:cubicBezTo>
                  <a:cubicBezTo>
                    <a:pt x="23" y="917"/>
                    <a:pt x="12" y="1147"/>
                    <a:pt x="1" y="1367"/>
                  </a:cubicBezTo>
                  <a:lnTo>
                    <a:pt x="2142" y="1367"/>
                  </a:lnTo>
                  <a:cubicBezTo>
                    <a:pt x="2186" y="1147"/>
                    <a:pt x="2211" y="928"/>
                    <a:pt x="2211" y="684"/>
                  </a:cubicBezTo>
                  <a:cubicBezTo>
                    <a:pt x="2211" y="453"/>
                    <a:pt x="2186" y="234"/>
                    <a:pt x="21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17"/>
            <p:cNvSpPr/>
            <p:nvPr/>
          </p:nvSpPr>
          <p:spPr>
            <a:xfrm>
              <a:off x="7969088" y="2650975"/>
              <a:ext cx="84175" cy="54725"/>
            </a:xfrm>
            <a:custGeom>
              <a:avLst/>
              <a:gdLst/>
              <a:ahLst/>
              <a:cxnLst/>
              <a:rect l="l" t="t" r="r" b="b"/>
              <a:pathLst>
                <a:path w="3367" h="2189" extrusionOk="0">
                  <a:moveTo>
                    <a:pt x="1" y="0"/>
                  </a:moveTo>
                  <a:cubicBezTo>
                    <a:pt x="739" y="0"/>
                    <a:pt x="1192" y="972"/>
                    <a:pt x="1389" y="2188"/>
                  </a:cubicBezTo>
                  <a:lnTo>
                    <a:pt x="3366" y="2188"/>
                  </a:lnTo>
                  <a:cubicBezTo>
                    <a:pt x="2789" y="903"/>
                    <a:pt x="1503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17"/>
            <p:cNvSpPr/>
            <p:nvPr/>
          </p:nvSpPr>
          <p:spPr>
            <a:xfrm>
              <a:off x="7952013" y="2725875"/>
              <a:ext cx="34100" cy="34175"/>
            </a:xfrm>
            <a:custGeom>
              <a:avLst/>
              <a:gdLst/>
              <a:ahLst/>
              <a:cxnLst/>
              <a:rect l="l" t="t" r="r" b="b"/>
              <a:pathLst>
                <a:path w="1364" h="1367" extrusionOk="0">
                  <a:moveTo>
                    <a:pt x="23" y="0"/>
                  </a:moveTo>
                  <a:cubicBezTo>
                    <a:pt x="12" y="234"/>
                    <a:pt x="0" y="453"/>
                    <a:pt x="0" y="684"/>
                  </a:cubicBezTo>
                  <a:cubicBezTo>
                    <a:pt x="0" y="928"/>
                    <a:pt x="12" y="1147"/>
                    <a:pt x="23" y="1367"/>
                  </a:cubicBezTo>
                  <a:lnTo>
                    <a:pt x="1342" y="1367"/>
                  </a:lnTo>
                  <a:cubicBezTo>
                    <a:pt x="1353" y="1147"/>
                    <a:pt x="1364" y="928"/>
                    <a:pt x="1364" y="684"/>
                  </a:cubicBezTo>
                  <a:cubicBezTo>
                    <a:pt x="1364" y="453"/>
                    <a:pt x="1353" y="234"/>
                    <a:pt x="1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17"/>
            <p:cNvSpPr/>
            <p:nvPr/>
          </p:nvSpPr>
          <p:spPr>
            <a:xfrm>
              <a:off x="7955213" y="2671525"/>
              <a:ext cx="27775" cy="34175"/>
            </a:xfrm>
            <a:custGeom>
              <a:avLst/>
              <a:gdLst/>
              <a:ahLst/>
              <a:cxnLst/>
              <a:rect l="l" t="t" r="r" b="b"/>
              <a:pathLst>
                <a:path w="1111" h="1367" extrusionOk="0">
                  <a:moveTo>
                    <a:pt x="556" y="0"/>
                  </a:moveTo>
                  <a:cubicBezTo>
                    <a:pt x="497" y="22"/>
                    <a:pt x="311" y="208"/>
                    <a:pt x="139" y="775"/>
                  </a:cubicBezTo>
                  <a:cubicBezTo>
                    <a:pt x="92" y="961"/>
                    <a:pt x="33" y="1158"/>
                    <a:pt x="0" y="1366"/>
                  </a:cubicBezTo>
                  <a:lnTo>
                    <a:pt x="1111" y="1366"/>
                  </a:lnTo>
                  <a:cubicBezTo>
                    <a:pt x="1075" y="1158"/>
                    <a:pt x="1028" y="961"/>
                    <a:pt x="972" y="775"/>
                  </a:cubicBezTo>
                  <a:cubicBezTo>
                    <a:pt x="797" y="208"/>
                    <a:pt x="611" y="22"/>
                    <a:pt x="5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17"/>
            <p:cNvSpPr/>
            <p:nvPr/>
          </p:nvSpPr>
          <p:spPr>
            <a:xfrm>
              <a:off x="7969088" y="2780575"/>
              <a:ext cx="84175" cy="54675"/>
            </a:xfrm>
            <a:custGeom>
              <a:avLst/>
              <a:gdLst/>
              <a:ahLst/>
              <a:cxnLst/>
              <a:rect l="l" t="t" r="r" b="b"/>
              <a:pathLst>
                <a:path w="3367" h="2187" extrusionOk="0">
                  <a:moveTo>
                    <a:pt x="1389" y="1"/>
                  </a:moveTo>
                  <a:cubicBezTo>
                    <a:pt x="1192" y="1203"/>
                    <a:pt x="739" y="2186"/>
                    <a:pt x="1" y="2186"/>
                  </a:cubicBezTo>
                  <a:cubicBezTo>
                    <a:pt x="1503" y="2186"/>
                    <a:pt x="2789" y="1284"/>
                    <a:pt x="33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17"/>
            <p:cNvSpPr/>
            <p:nvPr/>
          </p:nvSpPr>
          <p:spPr>
            <a:xfrm>
              <a:off x="7884888" y="2780575"/>
              <a:ext cx="84225" cy="54675"/>
            </a:xfrm>
            <a:custGeom>
              <a:avLst/>
              <a:gdLst/>
              <a:ahLst/>
              <a:cxnLst/>
              <a:rect l="l" t="t" r="r" b="b"/>
              <a:pathLst>
                <a:path w="3369" h="2187" extrusionOk="0">
                  <a:moveTo>
                    <a:pt x="0" y="1"/>
                  </a:moveTo>
                  <a:cubicBezTo>
                    <a:pt x="578" y="1284"/>
                    <a:pt x="1875" y="2186"/>
                    <a:pt x="3369" y="2186"/>
                  </a:cubicBezTo>
                  <a:cubicBezTo>
                    <a:pt x="2627" y="2186"/>
                    <a:pt x="2174" y="1203"/>
                    <a:pt x="19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17"/>
            <p:cNvSpPr/>
            <p:nvPr/>
          </p:nvSpPr>
          <p:spPr>
            <a:xfrm>
              <a:off x="7877113" y="2725875"/>
              <a:ext cx="54925" cy="34175"/>
            </a:xfrm>
            <a:custGeom>
              <a:avLst/>
              <a:gdLst/>
              <a:ahLst/>
              <a:cxnLst/>
              <a:rect l="l" t="t" r="r" b="b"/>
              <a:pathLst>
                <a:path w="2197" h="1367" extrusionOk="0">
                  <a:moveTo>
                    <a:pt x="56" y="0"/>
                  </a:moveTo>
                  <a:cubicBezTo>
                    <a:pt x="22" y="234"/>
                    <a:pt x="0" y="453"/>
                    <a:pt x="0" y="684"/>
                  </a:cubicBezTo>
                  <a:cubicBezTo>
                    <a:pt x="0" y="928"/>
                    <a:pt x="22" y="1147"/>
                    <a:pt x="56" y="1367"/>
                  </a:cubicBezTo>
                  <a:lnTo>
                    <a:pt x="2197" y="1367"/>
                  </a:lnTo>
                  <a:cubicBezTo>
                    <a:pt x="2186" y="1147"/>
                    <a:pt x="2174" y="917"/>
                    <a:pt x="2174" y="684"/>
                  </a:cubicBezTo>
                  <a:cubicBezTo>
                    <a:pt x="2174" y="464"/>
                    <a:pt x="2186" y="234"/>
                    <a:pt x="21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17"/>
            <p:cNvSpPr/>
            <p:nvPr/>
          </p:nvSpPr>
          <p:spPr>
            <a:xfrm>
              <a:off x="7893563" y="2590500"/>
              <a:ext cx="32725" cy="28975"/>
            </a:xfrm>
            <a:custGeom>
              <a:avLst/>
              <a:gdLst/>
              <a:ahLst/>
              <a:cxnLst/>
              <a:rect l="l" t="t" r="r" b="b"/>
              <a:pathLst>
                <a:path w="1309" h="1159" extrusionOk="0">
                  <a:moveTo>
                    <a:pt x="1180" y="0"/>
                  </a:moveTo>
                  <a:cubicBezTo>
                    <a:pt x="775" y="117"/>
                    <a:pt x="383" y="292"/>
                    <a:pt x="0" y="486"/>
                  </a:cubicBezTo>
                  <a:cubicBezTo>
                    <a:pt x="36" y="522"/>
                    <a:pt x="70" y="545"/>
                    <a:pt x="106" y="581"/>
                  </a:cubicBezTo>
                  <a:cubicBezTo>
                    <a:pt x="278" y="753"/>
                    <a:pt x="406" y="950"/>
                    <a:pt x="497" y="1158"/>
                  </a:cubicBezTo>
                  <a:cubicBezTo>
                    <a:pt x="753" y="1019"/>
                    <a:pt x="1030" y="917"/>
                    <a:pt x="1308" y="822"/>
                  </a:cubicBezTo>
                  <a:cubicBezTo>
                    <a:pt x="1228" y="614"/>
                    <a:pt x="1180" y="384"/>
                    <a:pt x="1180" y="139"/>
                  </a:cubicBezTo>
                  <a:lnTo>
                    <a:pt x="11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17"/>
            <p:cNvSpPr/>
            <p:nvPr/>
          </p:nvSpPr>
          <p:spPr>
            <a:xfrm>
              <a:off x="7816363" y="2785775"/>
              <a:ext cx="29175" cy="32725"/>
            </a:xfrm>
            <a:custGeom>
              <a:avLst/>
              <a:gdLst/>
              <a:ahLst/>
              <a:cxnLst/>
              <a:rect l="l" t="t" r="r" b="b"/>
              <a:pathLst>
                <a:path w="1167" h="1309" extrusionOk="0">
                  <a:moveTo>
                    <a:pt x="819" y="1"/>
                  </a:moveTo>
                  <a:cubicBezTo>
                    <a:pt x="611" y="93"/>
                    <a:pt x="381" y="140"/>
                    <a:pt x="150" y="140"/>
                  </a:cubicBezTo>
                  <a:cubicBezTo>
                    <a:pt x="103" y="140"/>
                    <a:pt x="45" y="129"/>
                    <a:pt x="0" y="129"/>
                  </a:cubicBezTo>
                  <a:cubicBezTo>
                    <a:pt x="125" y="545"/>
                    <a:pt x="289" y="937"/>
                    <a:pt x="497" y="1309"/>
                  </a:cubicBezTo>
                  <a:cubicBezTo>
                    <a:pt x="519" y="1273"/>
                    <a:pt x="556" y="1240"/>
                    <a:pt x="589" y="1203"/>
                  </a:cubicBezTo>
                  <a:cubicBezTo>
                    <a:pt x="764" y="1042"/>
                    <a:pt x="958" y="903"/>
                    <a:pt x="1167" y="823"/>
                  </a:cubicBezTo>
                  <a:cubicBezTo>
                    <a:pt x="1028" y="556"/>
                    <a:pt x="914" y="290"/>
                    <a:pt x="8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17"/>
            <p:cNvSpPr/>
            <p:nvPr/>
          </p:nvSpPr>
          <p:spPr>
            <a:xfrm>
              <a:off x="7816363" y="2667775"/>
              <a:ext cx="29175" cy="32425"/>
            </a:xfrm>
            <a:custGeom>
              <a:avLst/>
              <a:gdLst/>
              <a:ahLst/>
              <a:cxnLst/>
              <a:rect l="l" t="t" r="r" b="b"/>
              <a:pathLst>
                <a:path w="1167" h="1297" extrusionOk="0">
                  <a:moveTo>
                    <a:pt x="497" y="0"/>
                  </a:moveTo>
                  <a:cubicBezTo>
                    <a:pt x="289" y="369"/>
                    <a:pt x="125" y="764"/>
                    <a:pt x="0" y="1180"/>
                  </a:cubicBezTo>
                  <a:cubicBezTo>
                    <a:pt x="45" y="1169"/>
                    <a:pt x="103" y="1169"/>
                    <a:pt x="150" y="1169"/>
                  </a:cubicBezTo>
                  <a:cubicBezTo>
                    <a:pt x="381" y="1169"/>
                    <a:pt x="611" y="1214"/>
                    <a:pt x="819" y="1297"/>
                  </a:cubicBezTo>
                  <a:cubicBezTo>
                    <a:pt x="914" y="1019"/>
                    <a:pt x="1028" y="753"/>
                    <a:pt x="1167" y="486"/>
                  </a:cubicBezTo>
                  <a:cubicBezTo>
                    <a:pt x="958" y="394"/>
                    <a:pt x="764" y="267"/>
                    <a:pt x="589" y="103"/>
                  </a:cubicBezTo>
                  <a:cubicBezTo>
                    <a:pt x="556" y="70"/>
                    <a:pt x="519" y="33"/>
                    <a:pt x="4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17"/>
            <p:cNvSpPr/>
            <p:nvPr/>
          </p:nvSpPr>
          <p:spPr>
            <a:xfrm>
              <a:off x="8011863" y="2590500"/>
              <a:ext cx="32725" cy="28975"/>
            </a:xfrm>
            <a:custGeom>
              <a:avLst/>
              <a:gdLst/>
              <a:ahLst/>
              <a:cxnLst/>
              <a:rect l="l" t="t" r="r" b="b"/>
              <a:pathLst>
                <a:path w="1309" h="1159" extrusionOk="0">
                  <a:moveTo>
                    <a:pt x="128" y="0"/>
                  </a:moveTo>
                  <a:lnTo>
                    <a:pt x="128" y="139"/>
                  </a:lnTo>
                  <a:cubicBezTo>
                    <a:pt x="128" y="384"/>
                    <a:pt x="81" y="614"/>
                    <a:pt x="0" y="822"/>
                  </a:cubicBezTo>
                  <a:cubicBezTo>
                    <a:pt x="278" y="917"/>
                    <a:pt x="556" y="1019"/>
                    <a:pt x="811" y="1158"/>
                  </a:cubicBezTo>
                  <a:cubicBezTo>
                    <a:pt x="903" y="950"/>
                    <a:pt x="1030" y="753"/>
                    <a:pt x="1205" y="581"/>
                  </a:cubicBezTo>
                  <a:cubicBezTo>
                    <a:pt x="1239" y="545"/>
                    <a:pt x="1275" y="522"/>
                    <a:pt x="1308" y="486"/>
                  </a:cubicBezTo>
                  <a:cubicBezTo>
                    <a:pt x="928" y="292"/>
                    <a:pt x="533" y="117"/>
                    <a:pt x="1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17"/>
            <p:cNvSpPr/>
            <p:nvPr/>
          </p:nvSpPr>
          <p:spPr>
            <a:xfrm>
              <a:off x="8092863" y="2785775"/>
              <a:ext cx="28975" cy="32725"/>
            </a:xfrm>
            <a:custGeom>
              <a:avLst/>
              <a:gdLst/>
              <a:ahLst/>
              <a:cxnLst/>
              <a:rect l="l" t="t" r="r" b="b"/>
              <a:pathLst>
                <a:path w="1159" h="1309" extrusionOk="0">
                  <a:moveTo>
                    <a:pt x="337" y="1"/>
                  </a:moveTo>
                  <a:cubicBezTo>
                    <a:pt x="243" y="290"/>
                    <a:pt x="129" y="556"/>
                    <a:pt x="1" y="823"/>
                  </a:cubicBezTo>
                  <a:cubicBezTo>
                    <a:pt x="209" y="903"/>
                    <a:pt x="395" y="1042"/>
                    <a:pt x="567" y="1203"/>
                  </a:cubicBezTo>
                  <a:cubicBezTo>
                    <a:pt x="604" y="1240"/>
                    <a:pt x="637" y="1273"/>
                    <a:pt x="659" y="1309"/>
                  </a:cubicBezTo>
                  <a:cubicBezTo>
                    <a:pt x="867" y="937"/>
                    <a:pt x="1031" y="545"/>
                    <a:pt x="1159" y="129"/>
                  </a:cubicBezTo>
                  <a:cubicBezTo>
                    <a:pt x="1112" y="129"/>
                    <a:pt x="1065" y="140"/>
                    <a:pt x="1020" y="140"/>
                  </a:cubicBezTo>
                  <a:cubicBezTo>
                    <a:pt x="776" y="140"/>
                    <a:pt x="545" y="93"/>
                    <a:pt x="3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17"/>
            <p:cNvSpPr/>
            <p:nvPr/>
          </p:nvSpPr>
          <p:spPr>
            <a:xfrm>
              <a:off x="8092863" y="2667775"/>
              <a:ext cx="28975" cy="32425"/>
            </a:xfrm>
            <a:custGeom>
              <a:avLst/>
              <a:gdLst/>
              <a:ahLst/>
              <a:cxnLst/>
              <a:rect l="l" t="t" r="r" b="b"/>
              <a:pathLst>
                <a:path w="1159" h="1297" extrusionOk="0">
                  <a:moveTo>
                    <a:pt x="659" y="0"/>
                  </a:moveTo>
                  <a:cubicBezTo>
                    <a:pt x="637" y="33"/>
                    <a:pt x="604" y="70"/>
                    <a:pt x="567" y="103"/>
                  </a:cubicBezTo>
                  <a:cubicBezTo>
                    <a:pt x="395" y="267"/>
                    <a:pt x="209" y="394"/>
                    <a:pt x="1" y="486"/>
                  </a:cubicBezTo>
                  <a:cubicBezTo>
                    <a:pt x="129" y="753"/>
                    <a:pt x="243" y="1019"/>
                    <a:pt x="337" y="1297"/>
                  </a:cubicBezTo>
                  <a:cubicBezTo>
                    <a:pt x="545" y="1214"/>
                    <a:pt x="776" y="1169"/>
                    <a:pt x="1020" y="1169"/>
                  </a:cubicBezTo>
                  <a:cubicBezTo>
                    <a:pt x="1065" y="1169"/>
                    <a:pt x="1112" y="1169"/>
                    <a:pt x="1159" y="1180"/>
                  </a:cubicBezTo>
                  <a:cubicBezTo>
                    <a:pt x="1031" y="764"/>
                    <a:pt x="867" y="369"/>
                    <a:pt x="6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17"/>
            <p:cNvSpPr/>
            <p:nvPr/>
          </p:nvSpPr>
          <p:spPr>
            <a:xfrm>
              <a:off x="8011863" y="2866800"/>
              <a:ext cx="32725" cy="28900"/>
            </a:xfrm>
            <a:custGeom>
              <a:avLst/>
              <a:gdLst/>
              <a:ahLst/>
              <a:cxnLst/>
              <a:rect l="l" t="t" r="r" b="b"/>
              <a:pathLst>
                <a:path w="1309" h="1156" extrusionOk="0">
                  <a:moveTo>
                    <a:pt x="811" y="1"/>
                  </a:moveTo>
                  <a:cubicBezTo>
                    <a:pt x="556" y="126"/>
                    <a:pt x="278" y="242"/>
                    <a:pt x="0" y="334"/>
                  </a:cubicBezTo>
                  <a:cubicBezTo>
                    <a:pt x="81" y="542"/>
                    <a:pt x="128" y="776"/>
                    <a:pt x="128" y="1017"/>
                  </a:cubicBezTo>
                  <a:lnTo>
                    <a:pt x="128" y="1156"/>
                  </a:lnTo>
                  <a:cubicBezTo>
                    <a:pt x="533" y="1042"/>
                    <a:pt x="928" y="867"/>
                    <a:pt x="1308" y="670"/>
                  </a:cubicBezTo>
                  <a:cubicBezTo>
                    <a:pt x="1275" y="637"/>
                    <a:pt x="1239" y="601"/>
                    <a:pt x="1205" y="578"/>
                  </a:cubicBezTo>
                  <a:cubicBezTo>
                    <a:pt x="1030" y="403"/>
                    <a:pt x="903" y="209"/>
                    <a:pt x="8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17"/>
            <p:cNvSpPr/>
            <p:nvPr/>
          </p:nvSpPr>
          <p:spPr>
            <a:xfrm>
              <a:off x="7893563" y="2866800"/>
              <a:ext cx="32725" cy="28900"/>
            </a:xfrm>
            <a:custGeom>
              <a:avLst/>
              <a:gdLst/>
              <a:ahLst/>
              <a:cxnLst/>
              <a:rect l="l" t="t" r="r" b="b"/>
              <a:pathLst>
                <a:path w="1309" h="1156" extrusionOk="0">
                  <a:moveTo>
                    <a:pt x="497" y="1"/>
                  </a:moveTo>
                  <a:cubicBezTo>
                    <a:pt x="406" y="209"/>
                    <a:pt x="278" y="403"/>
                    <a:pt x="106" y="578"/>
                  </a:cubicBezTo>
                  <a:cubicBezTo>
                    <a:pt x="70" y="601"/>
                    <a:pt x="36" y="637"/>
                    <a:pt x="0" y="670"/>
                  </a:cubicBezTo>
                  <a:cubicBezTo>
                    <a:pt x="383" y="867"/>
                    <a:pt x="775" y="1042"/>
                    <a:pt x="1180" y="1156"/>
                  </a:cubicBezTo>
                  <a:lnTo>
                    <a:pt x="1180" y="1017"/>
                  </a:lnTo>
                  <a:cubicBezTo>
                    <a:pt x="1180" y="776"/>
                    <a:pt x="1228" y="542"/>
                    <a:pt x="1308" y="334"/>
                  </a:cubicBezTo>
                  <a:cubicBezTo>
                    <a:pt x="1030" y="242"/>
                    <a:pt x="753" y="126"/>
                    <a:pt x="4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17"/>
            <p:cNvSpPr/>
            <p:nvPr/>
          </p:nvSpPr>
          <p:spPr>
            <a:xfrm>
              <a:off x="7943613" y="2568550"/>
              <a:ext cx="51200" cy="50925"/>
            </a:xfrm>
            <a:custGeom>
              <a:avLst/>
              <a:gdLst/>
              <a:ahLst/>
              <a:cxnLst/>
              <a:rect l="l" t="t" r="r" b="b"/>
              <a:pathLst>
                <a:path w="2048" h="2037" extrusionOk="0">
                  <a:moveTo>
                    <a:pt x="1020" y="1"/>
                  </a:moveTo>
                  <a:cubicBezTo>
                    <a:pt x="450" y="1"/>
                    <a:pt x="0" y="451"/>
                    <a:pt x="0" y="1017"/>
                  </a:cubicBezTo>
                  <a:cubicBezTo>
                    <a:pt x="0" y="1586"/>
                    <a:pt x="450" y="2036"/>
                    <a:pt x="1020" y="2036"/>
                  </a:cubicBezTo>
                  <a:cubicBezTo>
                    <a:pt x="1586" y="2036"/>
                    <a:pt x="2047" y="1586"/>
                    <a:pt x="2047" y="1017"/>
                  </a:cubicBezTo>
                  <a:cubicBezTo>
                    <a:pt x="2047" y="451"/>
                    <a:pt x="1586" y="1"/>
                    <a:pt x="10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17"/>
            <p:cNvSpPr/>
            <p:nvPr/>
          </p:nvSpPr>
          <p:spPr>
            <a:xfrm>
              <a:off x="7943613" y="2866450"/>
              <a:ext cx="51200" cy="51275"/>
            </a:xfrm>
            <a:custGeom>
              <a:avLst/>
              <a:gdLst/>
              <a:ahLst/>
              <a:cxnLst/>
              <a:rect l="l" t="t" r="r" b="b"/>
              <a:pathLst>
                <a:path w="2048" h="2051" extrusionOk="0">
                  <a:moveTo>
                    <a:pt x="1020" y="1"/>
                  </a:moveTo>
                  <a:cubicBezTo>
                    <a:pt x="450" y="1"/>
                    <a:pt x="0" y="465"/>
                    <a:pt x="0" y="1031"/>
                  </a:cubicBezTo>
                  <a:cubicBezTo>
                    <a:pt x="0" y="1598"/>
                    <a:pt x="450" y="2050"/>
                    <a:pt x="1020" y="2050"/>
                  </a:cubicBezTo>
                  <a:cubicBezTo>
                    <a:pt x="1586" y="2050"/>
                    <a:pt x="2047" y="1598"/>
                    <a:pt x="2047" y="1031"/>
                  </a:cubicBezTo>
                  <a:cubicBezTo>
                    <a:pt x="2047" y="465"/>
                    <a:pt x="1586" y="1"/>
                    <a:pt x="10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17"/>
            <p:cNvSpPr/>
            <p:nvPr/>
          </p:nvSpPr>
          <p:spPr>
            <a:xfrm>
              <a:off x="7794338" y="2717550"/>
              <a:ext cx="51200" cy="51175"/>
            </a:xfrm>
            <a:custGeom>
              <a:avLst/>
              <a:gdLst/>
              <a:ahLst/>
              <a:cxnLst/>
              <a:rect l="l" t="t" r="r" b="b"/>
              <a:pathLst>
                <a:path w="2048" h="2047" extrusionOk="0">
                  <a:moveTo>
                    <a:pt x="1031" y="0"/>
                  </a:moveTo>
                  <a:cubicBezTo>
                    <a:pt x="465" y="0"/>
                    <a:pt x="1" y="461"/>
                    <a:pt x="1" y="1017"/>
                  </a:cubicBezTo>
                  <a:cubicBezTo>
                    <a:pt x="1" y="1583"/>
                    <a:pt x="465" y="2047"/>
                    <a:pt x="1031" y="2047"/>
                  </a:cubicBezTo>
                  <a:cubicBezTo>
                    <a:pt x="1598" y="2047"/>
                    <a:pt x="2048" y="1583"/>
                    <a:pt x="2048" y="1017"/>
                  </a:cubicBezTo>
                  <a:cubicBezTo>
                    <a:pt x="2048" y="461"/>
                    <a:pt x="1598" y="0"/>
                    <a:pt x="10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17"/>
            <p:cNvSpPr/>
            <p:nvPr/>
          </p:nvSpPr>
          <p:spPr>
            <a:xfrm>
              <a:off x="8092588" y="2717550"/>
              <a:ext cx="51200" cy="51175"/>
            </a:xfrm>
            <a:custGeom>
              <a:avLst/>
              <a:gdLst/>
              <a:ahLst/>
              <a:cxnLst/>
              <a:rect l="l" t="t" r="r" b="b"/>
              <a:pathLst>
                <a:path w="2048" h="2047" extrusionOk="0">
                  <a:moveTo>
                    <a:pt x="1031" y="0"/>
                  </a:moveTo>
                  <a:cubicBezTo>
                    <a:pt x="462" y="0"/>
                    <a:pt x="1" y="461"/>
                    <a:pt x="1" y="1017"/>
                  </a:cubicBezTo>
                  <a:cubicBezTo>
                    <a:pt x="1" y="1583"/>
                    <a:pt x="462" y="2047"/>
                    <a:pt x="1031" y="2047"/>
                  </a:cubicBezTo>
                  <a:cubicBezTo>
                    <a:pt x="1586" y="2047"/>
                    <a:pt x="2047" y="1583"/>
                    <a:pt x="2047" y="1017"/>
                  </a:cubicBezTo>
                  <a:cubicBezTo>
                    <a:pt x="2047" y="461"/>
                    <a:pt x="1586" y="0"/>
                    <a:pt x="10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17"/>
            <p:cNvSpPr/>
            <p:nvPr/>
          </p:nvSpPr>
          <p:spPr>
            <a:xfrm>
              <a:off x="8048938" y="2612225"/>
              <a:ext cx="51175" cy="50925"/>
            </a:xfrm>
            <a:custGeom>
              <a:avLst/>
              <a:gdLst/>
              <a:ahLst/>
              <a:cxnLst/>
              <a:rect l="l" t="t" r="r" b="b"/>
              <a:pathLst>
                <a:path w="2047" h="2037" extrusionOk="0">
                  <a:moveTo>
                    <a:pt x="1028" y="1"/>
                  </a:moveTo>
                  <a:cubicBezTo>
                    <a:pt x="461" y="1"/>
                    <a:pt x="0" y="450"/>
                    <a:pt x="0" y="1020"/>
                  </a:cubicBezTo>
                  <a:cubicBezTo>
                    <a:pt x="0" y="1586"/>
                    <a:pt x="461" y="2036"/>
                    <a:pt x="1028" y="2036"/>
                  </a:cubicBezTo>
                  <a:cubicBezTo>
                    <a:pt x="1583" y="2036"/>
                    <a:pt x="2047" y="1586"/>
                    <a:pt x="2047" y="1020"/>
                  </a:cubicBezTo>
                  <a:cubicBezTo>
                    <a:pt x="2047" y="450"/>
                    <a:pt x="1583" y="1"/>
                    <a:pt x="10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17"/>
            <p:cNvSpPr/>
            <p:nvPr/>
          </p:nvSpPr>
          <p:spPr>
            <a:xfrm>
              <a:off x="7834538" y="2822975"/>
              <a:ext cx="58475" cy="51200"/>
            </a:xfrm>
            <a:custGeom>
              <a:avLst/>
              <a:gdLst/>
              <a:ahLst/>
              <a:cxnLst/>
              <a:rect l="l" t="t" r="r" b="b"/>
              <a:pathLst>
                <a:path w="2339" h="2048" extrusionOk="0">
                  <a:moveTo>
                    <a:pt x="1170" y="0"/>
                  </a:moveTo>
                  <a:cubicBezTo>
                    <a:pt x="984" y="0"/>
                    <a:pt x="796" y="51"/>
                    <a:pt x="626" y="157"/>
                  </a:cubicBezTo>
                  <a:cubicBezTo>
                    <a:pt x="151" y="457"/>
                    <a:pt x="1" y="1082"/>
                    <a:pt x="301" y="1568"/>
                  </a:cubicBezTo>
                  <a:cubicBezTo>
                    <a:pt x="490" y="1876"/>
                    <a:pt x="825" y="2048"/>
                    <a:pt x="1169" y="2048"/>
                  </a:cubicBezTo>
                  <a:cubicBezTo>
                    <a:pt x="1355" y="2048"/>
                    <a:pt x="1544" y="1998"/>
                    <a:pt x="1714" y="1893"/>
                  </a:cubicBezTo>
                  <a:cubicBezTo>
                    <a:pt x="2189" y="1601"/>
                    <a:pt x="2339" y="965"/>
                    <a:pt x="2036" y="490"/>
                  </a:cubicBezTo>
                  <a:cubicBezTo>
                    <a:pt x="1849" y="174"/>
                    <a:pt x="1514" y="0"/>
                    <a:pt x="11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17"/>
            <p:cNvSpPr/>
            <p:nvPr/>
          </p:nvSpPr>
          <p:spPr>
            <a:xfrm>
              <a:off x="7834538" y="2612150"/>
              <a:ext cx="58200" cy="51225"/>
            </a:xfrm>
            <a:custGeom>
              <a:avLst/>
              <a:gdLst/>
              <a:ahLst/>
              <a:cxnLst/>
              <a:rect l="l" t="t" r="r" b="b"/>
              <a:pathLst>
                <a:path w="2328" h="2049" extrusionOk="0">
                  <a:moveTo>
                    <a:pt x="1165" y="1"/>
                  </a:moveTo>
                  <a:cubicBezTo>
                    <a:pt x="847" y="1"/>
                    <a:pt x="534" y="149"/>
                    <a:pt x="337" y="431"/>
                  </a:cubicBezTo>
                  <a:cubicBezTo>
                    <a:pt x="1" y="895"/>
                    <a:pt x="117" y="1531"/>
                    <a:pt x="567" y="1856"/>
                  </a:cubicBezTo>
                  <a:cubicBezTo>
                    <a:pt x="749" y="1986"/>
                    <a:pt x="956" y="2048"/>
                    <a:pt x="1162" y="2048"/>
                  </a:cubicBezTo>
                  <a:cubicBezTo>
                    <a:pt x="1483" y="2048"/>
                    <a:pt x="1798" y="1898"/>
                    <a:pt x="2003" y="1622"/>
                  </a:cubicBezTo>
                  <a:cubicBezTo>
                    <a:pt x="2328" y="1162"/>
                    <a:pt x="2222" y="523"/>
                    <a:pt x="1759" y="190"/>
                  </a:cubicBezTo>
                  <a:cubicBezTo>
                    <a:pt x="1578" y="62"/>
                    <a:pt x="1370" y="1"/>
                    <a:pt x="11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17"/>
            <p:cNvSpPr/>
            <p:nvPr/>
          </p:nvSpPr>
          <p:spPr>
            <a:xfrm>
              <a:off x="8045463" y="2822950"/>
              <a:ext cx="58400" cy="51225"/>
            </a:xfrm>
            <a:custGeom>
              <a:avLst/>
              <a:gdLst/>
              <a:ahLst/>
              <a:cxnLst/>
              <a:rect l="l" t="t" r="r" b="b"/>
              <a:pathLst>
                <a:path w="2336" h="2049" extrusionOk="0">
                  <a:moveTo>
                    <a:pt x="1175" y="1"/>
                  </a:moveTo>
                  <a:cubicBezTo>
                    <a:pt x="990" y="1"/>
                    <a:pt x="803" y="51"/>
                    <a:pt x="636" y="158"/>
                  </a:cubicBezTo>
                  <a:cubicBezTo>
                    <a:pt x="150" y="447"/>
                    <a:pt x="0" y="1083"/>
                    <a:pt x="300" y="1569"/>
                  </a:cubicBezTo>
                  <a:cubicBezTo>
                    <a:pt x="495" y="1877"/>
                    <a:pt x="827" y="2049"/>
                    <a:pt x="1169" y="2049"/>
                  </a:cubicBezTo>
                  <a:cubicBezTo>
                    <a:pt x="1353" y="2049"/>
                    <a:pt x="1541" y="1999"/>
                    <a:pt x="1711" y="1894"/>
                  </a:cubicBezTo>
                  <a:cubicBezTo>
                    <a:pt x="2186" y="1602"/>
                    <a:pt x="2336" y="966"/>
                    <a:pt x="2036" y="480"/>
                  </a:cubicBezTo>
                  <a:cubicBezTo>
                    <a:pt x="1849" y="172"/>
                    <a:pt x="1516" y="1"/>
                    <a:pt x="1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6" name="Google Shape;3426;p117"/>
          <p:cNvGrpSpPr/>
          <p:nvPr/>
        </p:nvGrpSpPr>
        <p:grpSpPr>
          <a:xfrm>
            <a:off x="841702" y="1783408"/>
            <a:ext cx="349425" cy="293325"/>
            <a:chOff x="5533113" y="2598350"/>
            <a:chExt cx="349425" cy="293325"/>
          </a:xfrm>
        </p:grpSpPr>
        <p:sp>
          <p:nvSpPr>
            <p:cNvPr id="3427" name="Google Shape;3427;p117"/>
            <p:cNvSpPr/>
            <p:nvPr/>
          </p:nvSpPr>
          <p:spPr>
            <a:xfrm>
              <a:off x="5636963" y="2598350"/>
              <a:ext cx="197900" cy="67975"/>
            </a:xfrm>
            <a:custGeom>
              <a:avLst/>
              <a:gdLst/>
              <a:ahLst/>
              <a:cxnLst/>
              <a:rect l="l" t="t" r="r" b="b"/>
              <a:pathLst>
                <a:path w="7916" h="2719" extrusionOk="0">
                  <a:moveTo>
                    <a:pt x="406" y="0"/>
                  </a:moveTo>
                  <a:cubicBezTo>
                    <a:pt x="187" y="0"/>
                    <a:pt x="1" y="172"/>
                    <a:pt x="1" y="406"/>
                  </a:cubicBezTo>
                  <a:cubicBezTo>
                    <a:pt x="1" y="636"/>
                    <a:pt x="187" y="811"/>
                    <a:pt x="406" y="811"/>
                  </a:cubicBezTo>
                  <a:lnTo>
                    <a:pt x="3553" y="811"/>
                  </a:lnTo>
                  <a:lnTo>
                    <a:pt x="3553" y="1908"/>
                  </a:lnTo>
                  <a:lnTo>
                    <a:pt x="3414" y="1908"/>
                  </a:lnTo>
                  <a:cubicBezTo>
                    <a:pt x="3183" y="1908"/>
                    <a:pt x="2997" y="2094"/>
                    <a:pt x="2997" y="2313"/>
                  </a:cubicBezTo>
                  <a:lnTo>
                    <a:pt x="2997" y="2719"/>
                  </a:lnTo>
                  <a:lnTo>
                    <a:pt x="4919" y="2719"/>
                  </a:lnTo>
                  <a:lnTo>
                    <a:pt x="4919" y="2313"/>
                  </a:lnTo>
                  <a:cubicBezTo>
                    <a:pt x="4919" y="2094"/>
                    <a:pt x="4733" y="1908"/>
                    <a:pt x="4502" y="1908"/>
                  </a:cubicBezTo>
                  <a:lnTo>
                    <a:pt x="4363" y="1908"/>
                  </a:lnTo>
                  <a:lnTo>
                    <a:pt x="4363" y="811"/>
                  </a:lnTo>
                  <a:lnTo>
                    <a:pt x="7510" y="811"/>
                  </a:lnTo>
                  <a:cubicBezTo>
                    <a:pt x="7729" y="811"/>
                    <a:pt x="7915" y="636"/>
                    <a:pt x="7915" y="406"/>
                  </a:cubicBezTo>
                  <a:cubicBezTo>
                    <a:pt x="7915" y="172"/>
                    <a:pt x="7729" y="0"/>
                    <a:pt x="75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17"/>
            <p:cNvSpPr/>
            <p:nvPr/>
          </p:nvSpPr>
          <p:spPr>
            <a:xfrm>
              <a:off x="5533113" y="2652700"/>
              <a:ext cx="69725" cy="87075"/>
            </a:xfrm>
            <a:custGeom>
              <a:avLst/>
              <a:gdLst/>
              <a:ahLst/>
              <a:cxnLst/>
              <a:rect l="l" t="t" r="r" b="b"/>
              <a:pathLst>
                <a:path w="2789" h="3483" extrusionOk="0">
                  <a:moveTo>
                    <a:pt x="417" y="0"/>
                  </a:moveTo>
                  <a:cubicBezTo>
                    <a:pt x="186" y="0"/>
                    <a:pt x="0" y="187"/>
                    <a:pt x="0" y="417"/>
                  </a:cubicBezTo>
                  <a:lnTo>
                    <a:pt x="0" y="2872"/>
                  </a:lnTo>
                  <a:cubicBezTo>
                    <a:pt x="0" y="3102"/>
                    <a:pt x="186" y="3275"/>
                    <a:pt x="417" y="3275"/>
                  </a:cubicBezTo>
                  <a:lnTo>
                    <a:pt x="1828" y="3275"/>
                  </a:lnTo>
                  <a:lnTo>
                    <a:pt x="2788" y="3483"/>
                  </a:lnTo>
                  <a:lnTo>
                    <a:pt x="2788" y="1367"/>
                  </a:lnTo>
                  <a:lnTo>
                    <a:pt x="1828" y="1367"/>
                  </a:lnTo>
                  <a:lnTo>
                    <a:pt x="1389" y="256"/>
                  </a:lnTo>
                  <a:cubicBezTo>
                    <a:pt x="1319" y="106"/>
                    <a:pt x="1169" y="0"/>
                    <a:pt x="1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17"/>
            <p:cNvSpPr/>
            <p:nvPr/>
          </p:nvSpPr>
          <p:spPr>
            <a:xfrm>
              <a:off x="5623363" y="2686850"/>
              <a:ext cx="259175" cy="204825"/>
            </a:xfrm>
            <a:custGeom>
              <a:avLst/>
              <a:gdLst/>
              <a:ahLst/>
              <a:cxnLst/>
              <a:rect l="l" t="t" r="r" b="b"/>
              <a:pathLst>
                <a:path w="10367" h="8193" extrusionOk="0">
                  <a:moveTo>
                    <a:pt x="7915" y="6282"/>
                  </a:moveTo>
                  <a:lnTo>
                    <a:pt x="7915" y="7371"/>
                  </a:lnTo>
                  <a:lnTo>
                    <a:pt x="4907" y="7371"/>
                  </a:lnTo>
                  <a:lnTo>
                    <a:pt x="4907" y="6282"/>
                  </a:lnTo>
                  <a:close/>
                  <a:moveTo>
                    <a:pt x="0" y="1"/>
                  </a:moveTo>
                  <a:lnTo>
                    <a:pt x="0" y="2292"/>
                  </a:lnTo>
                  <a:lnTo>
                    <a:pt x="1633" y="2650"/>
                  </a:lnTo>
                  <a:lnTo>
                    <a:pt x="1633" y="3958"/>
                  </a:lnTo>
                  <a:cubicBezTo>
                    <a:pt x="1633" y="5241"/>
                    <a:pt x="2675" y="6282"/>
                    <a:pt x="3958" y="6282"/>
                  </a:cubicBezTo>
                  <a:lnTo>
                    <a:pt x="4097" y="6282"/>
                  </a:lnTo>
                  <a:lnTo>
                    <a:pt x="4097" y="7371"/>
                  </a:lnTo>
                  <a:lnTo>
                    <a:pt x="3136" y="7371"/>
                  </a:lnTo>
                  <a:cubicBezTo>
                    <a:pt x="2905" y="7371"/>
                    <a:pt x="2730" y="7557"/>
                    <a:pt x="2730" y="7787"/>
                  </a:cubicBezTo>
                  <a:cubicBezTo>
                    <a:pt x="2730" y="8007"/>
                    <a:pt x="2905" y="8193"/>
                    <a:pt x="3136" y="8193"/>
                  </a:cubicBezTo>
                  <a:lnTo>
                    <a:pt x="9142" y="8193"/>
                  </a:lnTo>
                  <a:cubicBezTo>
                    <a:pt x="9812" y="8193"/>
                    <a:pt x="10367" y="7637"/>
                    <a:pt x="10367" y="6965"/>
                  </a:cubicBezTo>
                  <a:cubicBezTo>
                    <a:pt x="10367" y="6735"/>
                    <a:pt x="10184" y="6549"/>
                    <a:pt x="9964" y="6549"/>
                  </a:cubicBezTo>
                  <a:cubicBezTo>
                    <a:pt x="9731" y="6549"/>
                    <a:pt x="9548" y="6735"/>
                    <a:pt x="9548" y="6965"/>
                  </a:cubicBezTo>
                  <a:cubicBezTo>
                    <a:pt x="9548" y="7185"/>
                    <a:pt x="9362" y="7371"/>
                    <a:pt x="9142" y="7371"/>
                  </a:cubicBezTo>
                  <a:lnTo>
                    <a:pt x="8737" y="7371"/>
                  </a:lnTo>
                  <a:lnTo>
                    <a:pt x="8737" y="6282"/>
                  </a:lnTo>
                  <a:lnTo>
                    <a:pt x="9548" y="6282"/>
                  </a:lnTo>
                  <a:cubicBezTo>
                    <a:pt x="9998" y="6282"/>
                    <a:pt x="10367" y="5913"/>
                    <a:pt x="10367" y="5463"/>
                  </a:cubicBezTo>
                  <a:cubicBezTo>
                    <a:pt x="10367" y="5010"/>
                    <a:pt x="9998" y="4641"/>
                    <a:pt x="9548" y="4641"/>
                  </a:cubicBezTo>
                  <a:lnTo>
                    <a:pt x="5324" y="4641"/>
                  </a:lnTo>
                  <a:cubicBezTo>
                    <a:pt x="4641" y="4641"/>
                    <a:pt x="4097" y="4097"/>
                    <a:pt x="4097" y="3414"/>
                  </a:cubicBezTo>
                  <a:lnTo>
                    <a:pt x="40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17"/>
            <p:cNvSpPr/>
            <p:nvPr/>
          </p:nvSpPr>
          <p:spPr>
            <a:xfrm>
              <a:off x="5746038" y="2686850"/>
              <a:ext cx="20575" cy="95500"/>
            </a:xfrm>
            <a:custGeom>
              <a:avLst/>
              <a:gdLst/>
              <a:ahLst/>
              <a:cxnLst/>
              <a:rect l="l" t="t" r="r" b="b"/>
              <a:pathLst>
                <a:path w="823" h="3820" extrusionOk="0">
                  <a:moveTo>
                    <a:pt x="0" y="1"/>
                  </a:moveTo>
                  <a:lnTo>
                    <a:pt x="0" y="3414"/>
                  </a:lnTo>
                  <a:cubicBezTo>
                    <a:pt x="0" y="3644"/>
                    <a:pt x="184" y="3819"/>
                    <a:pt x="417" y="3819"/>
                  </a:cubicBezTo>
                  <a:lnTo>
                    <a:pt x="822" y="3819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17"/>
            <p:cNvSpPr/>
            <p:nvPr/>
          </p:nvSpPr>
          <p:spPr>
            <a:xfrm>
              <a:off x="5787063" y="2687400"/>
              <a:ext cx="75000" cy="94950"/>
            </a:xfrm>
            <a:custGeom>
              <a:avLst/>
              <a:gdLst/>
              <a:ahLst/>
              <a:cxnLst/>
              <a:rect l="l" t="t" r="r" b="b"/>
              <a:pathLst>
                <a:path w="3000" h="3798" extrusionOk="0">
                  <a:moveTo>
                    <a:pt x="1" y="1"/>
                  </a:moveTo>
                  <a:lnTo>
                    <a:pt x="1" y="3797"/>
                  </a:lnTo>
                  <a:lnTo>
                    <a:pt x="3000" y="3797"/>
                  </a:lnTo>
                  <a:lnTo>
                    <a:pt x="3000" y="3392"/>
                  </a:lnTo>
                  <a:cubicBezTo>
                    <a:pt x="3000" y="1645"/>
                    <a:pt x="1692" y="20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4" name="Google Shape;3454;p117"/>
          <p:cNvGrpSpPr/>
          <p:nvPr/>
        </p:nvGrpSpPr>
        <p:grpSpPr>
          <a:xfrm>
            <a:off x="6095226" y="1135676"/>
            <a:ext cx="2385741" cy="3194964"/>
            <a:chOff x="6095226" y="1135676"/>
            <a:chExt cx="2385741" cy="3194964"/>
          </a:xfrm>
        </p:grpSpPr>
        <p:sp>
          <p:nvSpPr>
            <p:cNvPr id="3455" name="Google Shape;3455;p117"/>
            <p:cNvSpPr/>
            <p:nvPr/>
          </p:nvSpPr>
          <p:spPr>
            <a:xfrm>
              <a:off x="6581964" y="1311047"/>
              <a:ext cx="1458246" cy="2728401"/>
            </a:xfrm>
            <a:custGeom>
              <a:avLst/>
              <a:gdLst/>
              <a:ahLst/>
              <a:cxnLst/>
              <a:rect l="l" t="t" r="r" b="b"/>
              <a:pathLst>
                <a:path w="11924" h="22310" extrusionOk="0">
                  <a:moveTo>
                    <a:pt x="664" y="0"/>
                  </a:moveTo>
                  <a:cubicBezTo>
                    <a:pt x="302" y="0"/>
                    <a:pt x="0" y="292"/>
                    <a:pt x="0" y="667"/>
                  </a:cubicBezTo>
                  <a:lnTo>
                    <a:pt x="0" y="21644"/>
                  </a:lnTo>
                  <a:cubicBezTo>
                    <a:pt x="0" y="22019"/>
                    <a:pt x="302" y="22310"/>
                    <a:pt x="664" y="22310"/>
                  </a:cubicBezTo>
                  <a:lnTo>
                    <a:pt x="11271" y="22310"/>
                  </a:lnTo>
                  <a:cubicBezTo>
                    <a:pt x="11632" y="22310"/>
                    <a:pt x="11923" y="22019"/>
                    <a:pt x="11923" y="21644"/>
                  </a:cubicBezTo>
                  <a:lnTo>
                    <a:pt x="11923" y="667"/>
                  </a:lnTo>
                  <a:cubicBezTo>
                    <a:pt x="11923" y="292"/>
                    <a:pt x="11632" y="0"/>
                    <a:pt x="11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17"/>
            <p:cNvSpPr/>
            <p:nvPr/>
          </p:nvSpPr>
          <p:spPr>
            <a:xfrm>
              <a:off x="6582652" y="1311060"/>
              <a:ext cx="1458246" cy="2728401"/>
            </a:xfrm>
            <a:custGeom>
              <a:avLst/>
              <a:gdLst/>
              <a:ahLst/>
              <a:cxnLst/>
              <a:rect l="l" t="t" r="r" b="b"/>
              <a:pathLst>
                <a:path w="11924" h="22310" extrusionOk="0">
                  <a:moveTo>
                    <a:pt x="664" y="0"/>
                  </a:moveTo>
                  <a:cubicBezTo>
                    <a:pt x="302" y="0"/>
                    <a:pt x="0" y="292"/>
                    <a:pt x="0" y="667"/>
                  </a:cubicBezTo>
                  <a:lnTo>
                    <a:pt x="0" y="21644"/>
                  </a:lnTo>
                  <a:cubicBezTo>
                    <a:pt x="0" y="22019"/>
                    <a:pt x="302" y="22310"/>
                    <a:pt x="664" y="22310"/>
                  </a:cubicBezTo>
                  <a:lnTo>
                    <a:pt x="11271" y="22310"/>
                  </a:lnTo>
                  <a:cubicBezTo>
                    <a:pt x="11632" y="22310"/>
                    <a:pt x="11923" y="22019"/>
                    <a:pt x="11923" y="21644"/>
                  </a:cubicBezTo>
                  <a:lnTo>
                    <a:pt x="11923" y="667"/>
                  </a:lnTo>
                  <a:cubicBezTo>
                    <a:pt x="11923" y="292"/>
                    <a:pt x="11632" y="0"/>
                    <a:pt x="11271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17"/>
            <p:cNvSpPr/>
            <p:nvPr/>
          </p:nvSpPr>
          <p:spPr>
            <a:xfrm>
              <a:off x="7830116" y="1135676"/>
              <a:ext cx="96002" cy="95757"/>
            </a:xfrm>
            <a:custGeom>
              <a:avLst/>
              <a:gdLst/>
              <a:ahLst/>
              <a:cxnLst/>
              <a:rect l="l" t="t" r="r" b="b"/>
              <a:pathLst>
                <a:path w="785" h="783" extrusionOk="0">
                  <a:moveTo>
                    <a:pt x="118" y="1"/>
                  </a:moveTo>
                  <a:cubicBezTo>
                    <a:pt x="48" y="1"/>
                    <a:pt x="1" y="46"/>
                    <a:pt x="1" y="116"/>
                  </a:cubicBezTo>
                  <a:lnTo>
                    <a:pt x="1" y="664"/>
                  </a:lnTo>
                  <a:cubicBezTo>
                    <a:pt x="1" y="723"/>
                    <a:pt x="48" y="782"/>
                    <a:pt x="118" y="782"/>
                  </a:cubicBezTo>
                  <a:lnTo>
                    <a:pt x="667" y="782"/>
                  </a:lnTo>
                  <a:cubicBezTo>
                    <a:pt x="737" y="782"/>
                    <a:pt x="785" y="723"/>
                    <a:pt x="785" y="664"/>
                  </a:cubicBezTo>
                  <a:lnTo>
                    <a:pt x="785" y="116"/>
                  </a:lnTo>
                  <a:cubicBezTo>
                    <a:pt x="785" y="46"/>
                    <a:pt x="737" y="1"/>
                    <a:pt x="6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17"/>
            <p:cNvSpPr/>
            <p:nvPr/>
          </p:nvSpPr>
          <p:spPr>
            <a:xfrm>
              <a:off x="7667462" y="1135676"/>
              <a:ext cx="97469" cy="95757"/>
            </a:xfrm>
            <a:custGeom>
              <a:avLst/>
              <a:gdLst/>
              <a:ahLst/>
              <a:cxnLst/>
              <a:rect l="l" t="t" r="r" b="b"/>
              <a:pathLst>
                <a:path w="797" h="783" extrusionOk="0">
                  <a:moveTo>
                    <a:pt x="130" y="1"/>
                  </a:moveTo>
                  <a:cubicBezTo>
                    <a:pt x="60" y="1"/>
                    <a:pt x="1" y="46"/>
                    <a:pt x="1" y="116"/>
                  </a:cubicBezTo>
                  <a:lnTo>
                    <a:pt x="1" y="664"/>
                  </a:lnTo>
                  <a:cubicBezTo>
                    <a:pt x="1" y="723"/>
                    <a:pt x="60" y="782"/>
                    <a:pt x="130" y="782"/>
                  </a:cubicBezTo>
                  <a:lnTo>
                    <a:pt x="667" y="782"/>
                  </a:lnTo>
                  <a:cubicBezTo>
                    <a:pt x="737" y="782"/>
                    <a:pt x="796" y="723"/>
                    <a:pt x="796" y="664"/>
                  </a:cubicBezTo>
                  <a:lnTo>
                    <a:pt x="796" y="116"/>
                  </a:lnTo>
                  <a:cubicBezTo>
                    <a:pt x="796" y="46"/>
                    <a:pt x="737" y="1"/>
                    <a:pt x="6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17"/>
            <p:cNvSpPr/>
            <p:nvPr/>
          </p:nvSpPr>
          <p:spPr>
            <a:xfrm>
              <a:off x="7504809" y="1135676"/>
              <a:ext cx="97347" cy="95757"/>
            </a:xfrm>
            <a:custGeom>
              <a:avLst/>
              <a:gdLst/>
              <a:ahLst/>
              <a:cxnLst/>
              <a:rect l="l" t="t" r="r" b="b"/>
              <a:pathLst>
                <a:path w="796" h="783" extrusionOk="0">
                  <a:moveTo>
                    <a:pt x="129" y="1"/>
                  </a:moveTo>
                  <a:cubicBezTo>
                    <a:pt x="59" y="1"/>
                    <a:pt x="1" y="46"/>
                    <a:pt x="1" y="116"/>
                  </a:cubicBezTo>
                  <a:lnTo>
                    <a:pt x="1" y="664"/>
                  </a:lnTo>
                  <a:cubicBezTo>
                    <a:pt x="1" y="723"/>
                    <a:pt x="59" y="782"/>
                    <a:pt x="129" y="782"/>
                  </a:cubicBezTo>
                  <a:lnTo>
                    <a:pt x="667" y="782"/>
                  </a:lnTo>
                  <a:cubicBezTo>
                    <a:pt x="737" y="782"/>
                    <a:pt x="796" y="723"/>
                    <a:pt x="796" y="664"/>
                  </a:cubicBezTo>
                  <a:lnTo>
                    <a:pt x="796" y="116"/>
                  </a:lnTo>
                  <a:cubicBezTo>
                    <a:pt x="796" y="46"/>
                    <a:pt x="737" y="1"/>
                    <a:pt x="6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17"/>
            <p:cNvSpPr/>
            <p:nvPr/>
          </p:nvSpPr>
          <p:spPr>
            <a:xfrm>
              <a:off x="6955578" y="1747642"/>
              <a:ext cx="712001" cy="712124"/>
            </a:xfrm>
            <a:custGeom>
              <a:avLst/>
              <a:gdLst/>
              <a:ahLst/>
              <a:cxnLst/>
              <a:rect l="l" t="t" r="r" b="b"/>
              <a:pathLst>
                <a:path w="5822" h="5823" extrusionOk="0">
                  <a:moveTo>
                    <a:pt x="641" y="1"/>
                  </a:moveTo>
                  <a:cubicBezTo>
                    <a:pt x="291" y="1"/>
                    <a:pt x="0" y="292"/>
                    <a:pt x="0" y="642"/>
                  </a:cubicBezTo>
                  <a:lnTo>
                    <a:pt x="0" y="5181"/>
                  </a:lnTo>
                  <a:cubicBezTo>
                    <a:pt x="0" y="5531"/>
                    <a:pt x="291" y="5822"/>
                    <a:pt x="641" y="5822"/>
                  </a:cubicBezTo>
                  <a:lnTo>
                    <a:pt x="5181" y="5822"/>
                  </a:lnTo>
                  <a:cubicBezTo>
                    <a:pt x="5531" y="5822"/>
                    <a:pt x="5822" y="5531"/>
                    <a:pt x="5822" y="5181"/>
                  </a:cubicBezTo>
                  <a:lnTo>
                    <a:pt x="5822" y="642"/>
                  </a:lnTo>
                  <a:cubicBezTo>
                    <a:pt x="5822" y="292"/>
                    <a:pt x="5531" y="1"/>
                    <a:pt x="5181" y="1"/>
                  </a:cubicBezTo>
                  <a:close/>
                </a:path>
              </a:pathLst>
            </a:custGeom>
            <a:solidFill>
              <a:srgbClr val="E8595A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17"/>
            <p:cNvSpPr/>
            <p:nvPr/>
          </p:nvSpPr>
          <p:spPr>
            <a:xfrm>
              <a:off x="6955578" y="1747642"/>
              <a:ext cx="712001" cy="712124"/>
            </a:xfrm>
            <a:custGeom>
              <a:avLst/>
              <a:gdLst/>
              <a:ahLst/>
              <a:cxnLst/>
              <a:rect l="l" t="t" r="r" b="b"/>
              <a:pathLst>
                <a:path w="5822" h="5823" extrusionOk="0">
                  <a:moveTo>
                    <a:pt x="641" y="1"/>
                  </a:moveTo>
                  <a:cubicBezTo>
                    <a:pt x="291" y="1"/>
                    <a:pt x="0" y="292"/>
                    <a:pt x="0" y="642"/>
                  </a:cubicBezTo>
                  <a:lnTo>
                    <a:pt x="0" y="5181"/>
                  </a:lnTo>
                  <a:cubicBezTo>
                    <a:pt x="0" y="5531"/>
                    <a:pt x="291" y="5822"/>
                    <a:pt x="641" y="5822"/>
                  </a:cubicBezTo>
                  <a:lnTo>
                    <a:pt x="5181" y="5822"/>
                  </a:lnTo>
                  <a:cubicBezTo>
                    <a:pt x="5531" y="5822"/>
                    <a:pt x="5822" y="5531"/>
                    <a:pt x="5822" y="5181"/>
                  </a:cubicBezTo>
                  <a:lnTo>
                    <a:pt x="5822" y="642"/>
                  </a:lnTo>
                  <a:cubicBezTo>
                    <a:pt x="5822" y="292"/>
                    <a:pt x="5531" y="1"/>
                    <a:pt x="5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17"/>
            <p:cNvSpPr/>
            <p:nvPr/>
          </p:nvSpPr>
          <p:spPr>
            <a:xfrm>
              <a:off x="7178157" y="2008987"/>
              <a:ext cx="77168" cy="75823"/>
            </a:xfrm>
            <a:custGeom>
              <a:avLst/>
              <a:gdLst/>
              <a:ahLst/>
              <a:cxnLst/>
              <a:rect l="l" t="t" r="r" b="b"/>
              <a:pathLst>
                <a:path w="631" h="620" extrusionOk="0">
                  <a:moveTo>
                    <a:pt x="317" y="0"/>
                  </a:moveTo>
                  <a:cubicBezTo>
                    <a:pt x="140" y="0"/>
                    <a:pt x="0" y="140"/>
                    <a:pt x="0" y="303"/>
                  </a:cubicBezTo>
                  <a:cubicBezTo>
                    <a:pt x="0" y="479"/>
                    <a:pt x="140" y="619"/>
                    <a:pt x="317" y="619"/>
                  </a:cubicBezTo>
                  <a:cubicBezTo>
                    <a:pt x="490" y="619"/>
                    <a:pt x="630" y="479"/>
                    <a:pt x="630" y="303"/>
                  </a:cubicBezTo>
                  <a:cubicBezTo>
                    <a:pt x="630" y="140"/>
                    <a:pt x="490" y="0"/>
                    <a:pt x="3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17"/>
            <p:cNvSpPr/>
            <p:nvPr/>
          </p:nvSpPr>
          <p:spPr>
            <a:xfrm>
              <a:off x="7121289" y="1951753"/>
              <a:ext cx="380949" cy="304270"/>
            </a:xfrm>
            <a:custGeom>
              <a:avLst/>
              <a:gdLst/>
              <a:ahLst/>
              <a:cxnLst/>
              <a:rect l="l" t="t" r="r" b="b"/>
              <a:pathLst>
                <a:path w="3115" h="2488" extrusionOk="0">
                  <a:moveTo>
                    <a:pt x="2731" y="303"/>
                  </a:moveTo>
                  <a:cubicBezTo>
                    <a:pt x="2764" y="303"/>
                    <a:pt x="2801" y="340"/>
                    <a:pt x="2801" y="387"/>
                  </a:cubicBezTo>
                  <a:lnTo>
                    <a:pt x="2801" y="1493"/>
                  </a:lnTo>
                  <a:lnTo>
                    <a:pt x="2311" y="922"/>
                  </a:lnTo>
                  <a:cubicBezTo>
                    <a:pt x="2263" y="852"/>
                    <a:pt x="2182" y="830"/>
                    <a:pt x="2101" y="818"/>
                  </a:cubicBezTo>
                  <a:cubicBezTo>
                    <a:pt x="2017" y="818"/>
                    <a:pt x="1947" y="852"/>
                    <a:pt x="1891" y="922"/>
                  </a:cubicBezTo>
                  <a:lnTo>
                    <a:pt x="1317" y="1611"/>
                  </a:lnTo>
                  <a:lnTo>
                    <a:pt x="1132" y="1423"/>
                  </a:lnTo>
                  <a:cubicBezTo>
                    <a:pt x="1078" y="1371"/>
                    <a:pt x="1008" y="1346"/>
                    <a:pt x="938" y="1346"/>
                  </a:cubicBezTo>
                  <a:cubicBezTo>
                    <a:pt x="868" y="1346"/>
                    <a:pt x="798" y="1371"/>
                    <a:pt x="745" y="1423"/>
                  </a:cubicBezTo>
                  <a:lnTo>
                    <a:pt x="314" y="1857"/>
                  </a:lnTo>
                  <a:lnTo>
                    <a:pt x="314" y="387"/>
                  </a:lnTo>
                  <a:cubicBezTo>
                    <a:pt x="314" y="340"/>
                    <a:pt x="350" y="303"/>
                    <a:pt x="395" y="303"/>
                  </a:cubicBezTo>
                  <a:close/>
                  <a:moveTo>
                    <a:pt x="395" y="1"/>
                  </a:moveTo>
                  <a:cubicBezTo>
                    <a:pt x="174" y="1"/>
                    <a:pt x="0" y="177"/>
                    <a:pt x="0" y="387"/>
                  </a:cubicBezTo>
                  <a:lnTo>
                    <a:pt x="0" y="2101"/>
                  </a:lnTo>
                  <a:cubicBezTo>
                    <a:pt x="0" y="2311"/>
                    <a:pt x="174" y="2487"/>
                    <a:pt x="395" y="2487"/>
                  </a:cubicBezTo>
                  <a:lnTo>
                    <a:pt x="2731" y="2487"/>
                  </a:lnTo>
                  <a:cubicBezTo>
                    <a:pt x="2941" y="2487"/>
                    <a:pt x="3114" y="2311"/>
                    <a:pt x="3114" y="2101"/>
                  </a:cubicBezTo>
                  <a:lnTo>
                    <a:pt x="3114" y="387"/>
                  </a:lnTo>
                  <a:cubicBezTo>
                    <a:pt x="3114" y="177"/>
                    <a:pt x="2941" y="1"/>
                    <a:pt x="2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17"/>
            <p:cNvSpPr/>
            <p:nvPr/>
          </p:nvSpPr>
          <p:spPr>
            <a:xfrm>
              <a:off x="6817139" y="2735300"/>
              <a:ext cx="989122" cy="339491"/>
            </a:xfrm>
            <a:custGeom>
              <a:avLst/>
              <a:gdLst/>
              <a:ahLst/>
              <a:cxnLst/>
              <a:rect l="l" t="t" r="r" b="b"/>
              <a:pathLst>
                <a:path w="8088" h="2776" extrusionOk="0">
                  <a:moveTo>
                    <a:pt x="513" y="1"/>
                  </a:moveTo>
                  <a:cubicBezTo>
                    <a:pt x="233" y="1"/>
                    <a:pt x="1" y="222"/>
                    <a:pt x="1" y="513"/>
                  </a:cubicBezTo>
                  <a:lnTo>
                    <a:pt x="1" y="2263"/>
                  </a:lnTo>
                  <a:cubicBezTo>
                    <a:pt x="1" y="2543"/>
                    <a:pt x="233" y="2776"/>
                    <a:pt x="513" y="2776"/>
                  </a:cubicBezTo>
                  <a:lnTo>
                    <a:pt x="7573" y="2776"/>
                  </a:lnTo>
                  <a:cubicBezTo>
                    <a:pt x="7864" y="2776"/>
                    <a:pt x="8088" y="2543"/>
                    <a:pt x="8088" y="2263"/>
                  </a:cubicBezTo>
                  <a:lnTo>
                    <a:pt x="8088" y="513"/>
                  </a:lnTo>
                  <a:cubicBezTo>
                    <a:pt x="8088" y="222"/>
                    <a:pt x="7864" y="1"/>
                    <a:pt x="7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17"/>
            <p:cNvSpPr/>
            <p:nvPr/>
          </p:nvSpPr>
          <p:spPr>
            <a:xfrm>
              <a:off x="7460660" y="2586222"/>
              <a:ext cx="1020307" cy="460685"/>
            </a:xfrm>
            <a:custGeom>
              <a:avLst/>
              <a:gdLst/>
              <a:ahLst/>
              <a:cxnLst/>
              <a:rect l="l" t="t" r="r" b="b"/>
              <a:pathLst>
                <a:path w="8343" h="3767" extrusionOk="0">
                  <a:moveTo>
                    <a:pt x="811" y="0"/>
                  </a:moveTo>
                  <a:cubicBezTo>
                    <a:pt x="558" y="0"/>
                    <a:pt x="336" y="178"/>
                    <a:pt x="292" y="436"/>
                  </a:cubicBezTo>
                  <a:lnTo>
                    <a:pt x="48" y="2175"/>
                  </a:lnTo>
                  <a:cubicBezTo>
                    <a:pt x="0" y="2455"/>
                    <a:pt x="199" y="2712"/>
                    <a:pt x="479" y="2760"/>
                  </a:cubicBezTo>
                  <a:lnTo>
                    <a:pt x="7469" y="3762"/>
                  </a:lnTo>
                  <a:cubicBezTo>
                    <a:pt x="7490" y="3765"/>
                    <a:pt x="7511" y="3766"/>
                    <a:pt x="7531" y="3766"/>
                  </a:cubicBezTo>
                  <a:cubicBezTo>
                    <a:pt x="7788" y="3766"/>
                    <a:pt x="8020" y="3579"/>
                    <a:pt x="8051" y="3320"/>
                  </a:cubicBezTo>
                  <a:lnTo>
                    <a:pt x="8298" y="1592"/>
                  </a:lnTo>
                  <a:cubicBezTo>
                    <a:pt x="8342" y="1312"/>
                    <a:pt x="8146" y="1054"/>
                    <a:pt x="7866" y="1010"/>
                  </a:cubicBezTo>
                  <a:lnTo>
                    <a:pt x="877" y="4"/>
                  </a:lnTo>
                  <a:cubicBezTo>
                    <a:pt x="855" y="2"/>
                    <a:pt x="833" y="0"/>
                    <a:pt x="8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17"/>
            <p:cNvSpPr/>
            <p:nvPr/>
          </p:nvSpPr>
          <p:spPr>
            <a:xfrm>
              <a:off x="7587725" y="2682101"/>
              <a:ext cx="767890" cy="150423"/>
            </a:xfrm>
            <a:custGeom>
              <a:avLst/>
              <a:gdLst/>
              <a:ahLst/>
              <a:cxnLst/>
              <a:rect l="l" t="t" r="r" b="b"/>
              <a:pathLst>
                <a:path w="6279" h="1230" extrusionOk="0">
                  <a:moveTo>
                    <a:pt x="211" y="0"/>
                  </a:moveTo>
                  <a:cubicBezTo>
                    <a:pt x="116" y="0"/>
                    <a:pt x="35" y="68"/>
                    <a:pt x="12" y="167"/>
                  </a:cubicBezTo>
                  <a:cubicBezTo>
                    <a:pt x="0" y="270"/>
                    <a:pt x="70" y="377"/>
                    <a:pt x="177" y="388"/>
                  </a:cubicBezTo>
                  <a:lnTo>
                    <a:pt x="6043" y="1228"/>
                  </a:lnTo>
                  <a:cubicBezTo>
                    <a:pt x="6051" y="1229"/>
                    <a:pt x="6058" y="1229"/>
                    <a:pt x="6065" y="1229"/>
                  </a:cubicBezTo>
                  <a:cubicBezTo>
                    <a:pt x="6162" y="1229"/>
                    <a:pt x="6243" y="1162"/>
                    <a:pt x="6253" y="1066"/>
                  </a:cubicBezTo>
                  <a:cubicBezTo>
                    <a:pt x="6278" y="959"/>
                    <a:pt x="6197" y="867"/>
                    <a:pt x="6091" y="856"/>
                  </a:cubicBezTo>
                  <a:lnTo>
                    <a:pt x="233" y="2"/>
                  </a:lnTo>
                  <a:cubicBezTo>
                    <a:pt x="225" y="1"/>
                    <a:pt x="218" y="0"/>
                    <a:pt x="2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17"/>
            <p:cNvSpPr/>
            <p:nvPr/>
          </p:nvSpPr>
          <p:spPr>
            <a:xfrm>
              <a:off x="7573295" y="2784829"/>
              <a:ext cx="306960" cy="83650"/>
            </a:xfrm>
            <a:custGeom>
              <a:avLst/>
              <a:gdLst/>
              <a:ahLst/>
              <a:cxnLst/>
              <a:rect l="l" t="t" r="r" b="b"/>
              <a:pathLst>
                <a:path w="2510" h="684" extrusionOk="0">
                  <a:moveTo>
                    <a:pt x="214" y="1"/>
                  </a:moveTo>
                  <a:cubicBezTo>
                    <a:pt x="115" y="1"/>
                    <a:pt x="25" y="68"/>
                    <a:pt x="15" y="167"/>
                  </a:cubicBezTo>
                  <a:cubicBezTo>
                    <a:pt x="1" y="271"/>
                    <a:pt x="71" y="366"/>
                    <a:pt x="177" y="377"/>
                  </a:cubicBezTo>
                  <a:lnTo>
                    <a:pt x="2277" y="679"/>
                  </a:lnTo>
                  <a:cubicBezTo>
                    <a:pt x="2289" y="682"/>
                    <a:pt x="2301" y="683"/>
                    <a:pt x="2312" y="683"/>
                  </a:cubicBezTo>
                  <a:cubicBezTo>
                    <a:pt x="2401" y="683"/>
                    <a:pt x="2477" y="609"/>
                    <a:pt x="2487" y="517"/>
                  </a:cubicBezTo>
                  <a:cubicBezTo>
                    <a:pt x="2510" y="411"/>
                    <a:pt x="2429" y="318"/>
                    <a:pt x="2325" y="307"/>
                  </a:cubicBezTo>
                  <a:lnTo>
                    <a:pt x="236" y="2"/>
                  </a:lnTo>
                  <a:cubicBezTo>
                    <a:pt x="228" y="1"/>
                    <a:pt x="221" y="1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17"/>
            <p:cNvSpPr/>
            <p:nvPr/>
          </p:nvSpPr>
          <p:spPr>
            <a:xfrm>
              <a:off x="6430562" y="1923381"/>
              <a:ext cx="362360" cy="362360"/>
            </a:xfrm>
            <a:custGeom>
              <a:avLst/>
              <a:gdLst/>
              <a:ahLst/>
              <a:cxnLst/>
              <a:rect l="l" t="t" r="r" b="b"/>
              <a:pathLst>
                <a:path w="2963" h="2963" extrusionOk="0">
                  <a:moveTo>
                    <a:pt x="409" y="0"/>
                  </a:moveTo>
                  <a:cubicBezTo>
                    <a:pt x="188" y="0"/>
                    <a:pt x="0" y="185"/>
                    <a:pt x="0" y="409"/>
                  </a:cubicBezTo>
                  <a:lnTo>
                    <a:pt x="0" y="2554"/>
                  </a:lnTo>
                  <a:cubicBezTo>
                    <a:pt x="0" y="2775"/>
                    <a:pt x="188" y="2963"/>
                    <a:pt x="409" y="2963"/>
                  </a:cubicBezTo>
                  <a:lnTo>
                    <a:pt x="2554" y="2963"/>
                  </a:lnTo>
                  <a:cubicBezTo>
                    <a:pt x="2778" y="2963"/>
                    <a:pt x="2963" y="2775"/>
                    <a:pt x="2963" y="2554"/>
                  </a:cubicBezTo>
                  <a:lnTo>
                    <a:pt x="2963" y="409"/>
                  </a:lnTo>
                  <a:cubicBezTo>
                    <a:pt x="2963" y="185"/>
                    <a:pt x="2778" y="0"/>
                    <a:pt x="2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17"/>
            <p:cNvSpPr/>
            <p:nvPr/>
          </p:nvSpPr>
          <p:spPr>
            <a:xfrm>
              <a:off x="6524730" y="2013023"/>
              <a:ext cx="165465" cy="181363"/>
            </a:xfrm>
            <a:custGeom>
              <a:avLst/>
              <a:gdLst/>
              <a:ahLst/>
              <a:cxnLst/>
              <a:rect l="l" t="t" r="r" b="b"/>
              <a:pathLst>
                <a:path w="1353" h="1483" extrusionOk="0">
                  <a:moveTo>
                    <a:pt x="1109" y="1"/>
                  </a:moveTo>
                  <a:cubicBezTo>
                    <a:pt x="969" y="1"/>
                    <a:pt x="863" y="107"/>
                    <a:pt x="863" y="247"/>
                  </a:cubicBezTo>
                  <a:lnTo>
                    <a:pt x="863" y="306"/>
                  </a:lnTo>
                  <a:lnTo>
                    <a:pt x="420" y="561"/>
                  </a:lnTo>
                  <a:cubicBezTo>
                    <a:pt x="373" y="516"/>
                    <a:pt x="314" y="491"/>
                    <a:pt x="244" y="491"/>
                  </a:cubicBezTo>
                  <a:cubicBezTo>
                    <a:pt x="104" y="491"/>
                    <a:pt x="0" y="609"/>
                    <a:pt x="0" y="737"/>
                  </a:cubicBezTo>
                  <a:cubicBezTo>
                    <a:pt x="0" y="877"/>
                    <a:pt x="104" y="981"/>
                    <a:pt x="244" y="981"/>
                  </a:cubicBezTo>
                  <a:cubicBezTo>
                    <a:pt x="314" y="981"/>
                    <a:pt x="373" y="959"/>
                    <a:pt x="420" y="922"/>
                  </a:cubicBezTo>
                  <a:lnTo>
                    <a:pt x="863" y="1180"/>
                  </a:lnTo>
                  <a:lnTo>
                    <a:pt x="863" y="1239"/>
                  </a:lnTo>
                  <a:cubicBezTo>
                    <a:pt x="863" y="1367"/>
                    <a:pt x="969" y="1482"/>
                    <a:pt x="1109" y="1482"/>
                  </a:cubicBezTo>
                  <a:cubicBezTo>
                    <a:pt x="1238" y="1482"/>
                    <a:pt x="1353" y="1367"/>
                    <a:pt x="1353" y="1239"/>
                  </a:cubicBezTo>
                  <a:cubicBezTo>
                    <a:pt x="1353" y="1099"/>
                    <a:pt x="1238" y="981"/>
                    <a:pt x="1109" y="981"/>
                  </a:cubicBezTo>
                  <a:cubicBezTo>
                    <a:pt x="1039" y="981"/>
                    <a:pt x="969" y="1017"/>
                    <a:pt x="922" y="1062"/>
                  </a:cubicBezTo>
                  <a:lnTo>
                    <a:pt x="479" y="819"/>
                  </a:lnTo>
                  <a:cubicBezTo>
                    <a:pt x="490" y="796"/>
                    <a:pt x="490" y="760"/>
                    <a:pt x="490" y="737"/>
                  </a:cubicBezTo>
                  <a:cubicBezTo>
                    <a:pt x="490" y="712"/>
                    <a:pt x="490" y="690"/>
                    <a:pt x="479" y="667"/>
                  </a:cubicBezTo>
                  <a:lnTo>
                    <a:pt x="922" y="410"/>
                  </a:lnTo>
                  <a:cubicBezTo>
                    <a:pt x="969" y="469"/>
                    <a:pt x="1039" y="491"/>
                    <a:pt x="1109" y="491"/>
                  </a:cubicBezTo>
                  <a:cubicBezTo>
                    <a:pt x="1238" y="491"/>
                    <a:pt x="1353" y="387"/>
                    <a:pt x="1353" y="247"/>
                  </a:cubicBezTo>
                  <a:cubicBezTo>
                    <a:pt x="1353" y="107"/>
                    <a:pt x="1238" y="1"/>
                    <a:pt x="11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17"/>
            <p:cNvSpPr/>
            <p:nvPr/>
          </p:nvSpPr>
          <p:spPr>
            <a:xfrm>
              <a:off x="6095226" y="2425403"/>
              <a:ext cx="388164" cy="28862"/>
            </a:xfrm>
            <a:custGeom>
              <a:avLst/>
              <a:gdLst/>
              <a:ahLst/>
              <a:cxnLst/>
              <a:rect l="l" t="t" r="r" b="b"/>
              <a:pathLst>
                <a:path w="3174" h="236" extrusionOk="0">
                  <a:moveTo>
                    <a:pt x="130" y="0"/>
                  </a:moveTo>
                  <a:cubicBezTo>
                    <a:pt x="60" y="0"/>
                    <a:pt x="1" y="48"/>
                    <a:pt x="1" y="118"/>
                  </a:cubicBezTo>
                  <a:cubicBezTo>
                    <a:pt x="1" y="188"/>
                    <a:pt x="60" y="236"/>
                    <a:pt x="130" y="236"/>
                  </a:cubicBezTo>
                  <a:lnTo>
                    <a:pt x="3056" y="236"/>
                  </a:lnTo>
                  <a:cubicBezTo>
                    <a:pt x="3126" y="236"/>
                    <a:pt x="3174" y="188"/>
                    <a:pt x="3174" y="118"/>
                  </a:cubicBezTo>
                  <a:cubicBezTo>
                    <a:pt x="3174" y="48"/>
                    <a:pt x="3126" y="0"/>
                    <a:pt x="3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17"/>
            <p:cNvSpPr/>
            <p:nvPr/>
          </p:nvSpPr>
          <p:spPr>
            <a:xfrm>
              <a:off x="6179488" y="2487040"/>
              <a:ext cx="303903" cy="29962"/>
            </a:xfrm>
            <a:custGeom>
              <a:avLst/>
              <a:gdLst/>
              <a:ahLst/>
              <a:cxnLst/>
              <a:rect l="l" t="t" r="r" b="b"/>
              <a:pathLst>
                <a:path w="2485" h="245" extrusionOk="0">
                  <a:moveTo>
                    <a:pt x="127" y="0"/>
                  </a:moveTo>
                  <a:cubicBezTo>
                    <a:pt x="57" y="0"/>
                    <a:pt x="1" y="57"/>
                    <a:pt x="1" y="127"/>
                  </a:cubicBezTo>
                  <a:cubicBezTo>
                    <a:pt x="1" y="185"/>
                    <a:pt x="57" y="244"/>
                    <a:pt x="127" y="244"/>
                  </a:cubicBezTo>
                  <a:lnTo>
                    <a:pt x="2367" y="244"/>
                  </a:lnTo>
                  <a:cubicBezTo>
                    <a:pt x="2437" y="244"/>
                    <a:pt x="2485" y="185"/>
                    <a:pt x="2485" y="127"/>
                  </a:cubicBezTo>
                  <a:cubicBezTo>
                    <a:pt x="2485" y="57"/>
                    <a:pt x="2437" y="0"/>
                    <a:pt x="2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17"/>
            <p:cNvSpPr/>
            <p:nvPr/>
          </p:nvSpPr>
          <p:spPr>
            <a:xfrm>
              <a:off x="6371982" y="2553813"/>
              <a:ext cx="111411" cy="30207"/>
            </a:xfrm>
            <a:custGeom>
              <a:avLst/>
              <a:gdLst/>
              <a:ahLst/>
              <a:cxnLst/>
              <a:rect l="l" t="t" r="r" b="b"/>
              <a:pathLst>
                <a:path w="911" h="247" extrusionOk="0">
                  <a:moveTo>
                    <a:pt x="118" y="1"/>
                  </a:moveTo>
                  <a:cubicBezTo>
                    <a:pt x="59" y="1"/>
                    <a:pt x="0" y="59"/>
                    <a:pt x="0" y="118"/>
                  </a:cubicBezTo>
                  <a:cubicBezTo>
                    <a:pt x="0" y="188"/>
                    <a:pt x="59" y="247"/>
                    <a:pt x="118" y="247"/>
                  </a:cubicBezTo>
                  <a:lnTo>
                    <a:pt x="793" y="247"/>
                  </a:lnTo>
                  <a:cubicBezTo>
                    <a:pt x="863" y="247"/>
                    <a:pt x="911" y="188"/>
                    <a:pt x="911" y="118"/>
                  </a:cubicBezTo>
                  <a:cubicBezTo>
                    <a:pt x="911" y="59"/>
                    <a:pt x="863" y="1"/>
                    <a:pt x="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17"/>
            <p:cNvSpPr/>
            <p:nvPr/>
          </p:nvSpPr>
          <p:spPr>
            <a:xfrm>
              <a:off x="6896998" y="3214698"/>
              <a:ext cx="314176" cy="1115942"/>
            </a:xfrm>
            <a:custGeom>
              <a:avLst/>
              <a:gdLst/>
              <a:ahLst/>
              <a:cxnLst/>
              <a:rect l="l" t="t" r="r" b="b"/>
              <a:pathLst>
                <a:path w="2569" h="9125" extrusionOk="0">
                  <a:moveTo>
                    <a:pt x="317" y="1"/>
                  </a:moveTo>
                  <a:cubicBezTo>
                    <a:pt x="140" y="1"/>
                    <a:pt x="0" y="141"/>
                    <a:pt x="0" y="315"/>
                  </a:cubicBezTo>
                  <a:lnTo>
                    <a:pt x="0" y="8822"/>
                  </a:lnTo>
                  <a:cubicBezTo>
                    <a:pt x="0" y="8984"/>
                    <a:pt x="140" y="9124"/>
                    <a:pt x="317" y="9124"/>
                  </a:cubicBezTo>
                  <a:lnTo>
                    <a:pt x="2254" y="9124"/>
                  </a:lnTo>
                  <a:cubicBezTo>
                    <a:pt x="2428" y="9124"/>
                    <a:pt x="2568" y="8984"/>
                    <a:pt x="2568" y="8822"/>
                  </a:cubicBezTo>
                  <a:lnTo>
                    <a:pt x="2568" y="315"/>
                  </a:lnTo>
                  <a:cubicBezTo>
                    <a:pt x="2568" y="141"/>
                    <a:pt x="2428" y="1"/>
                    <a:pt x="22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17"/>
            <p:cNvSpPr/>
            <p:nvPr/>
          </p:nvSpPr>
          <p:spPr>
            <a:xfrm>
              <a:off x="6999727" y="3331490"/>
              <a:ext cx="114468" cy="123151"/>
            </a:xfrm>
            <a:custGeom>
              <a:avLst/>
              <a:gdLst/>
              <a:ahLst/>
              <a:cxnLst/>
              <a:rect l="l" t="t" r="r" b="b"/>
              <a:pathLst>
                <a:path w="936" h="1007" extrusionOk="0">
                  <a:moveTo>
                    <a:pt x="446" y="1"/>
                  </a:moveTo>
                  <a:lnTo>
                    <a:pt x="26" y="211"/>
                  </a:lnTo>
                  <a:cubicBezTo>
                    <a:pt x="14" y="222"/>
                    <a:pt x="0" y="236"/>
                    <a:pt x="0" y="247"/>
                  </a:cubicBezTo>
                  <a:lnTo>
                    <a:pt x="0" y="970"/>
                  </a:lnTo>
                  <a:cubicBezTo>
                    <a:pt x="0" y="992"/>
                    <a:pt x="14" y="1006"/>
                    <a:pt x="37" y="1006"/>
                  </a:cubicBezTo>
                  <a:lnTo>
                    <a:pt x="236" y="1006"/>
                  </a:lnTo>
                  <a:cubicBezTo>
                    <a:pt x="258" y="1006"/>
                    <a:pt x="280" y="992"/>
                    <a:pt x="280" y="970"/>
                  </a:cubicBezTo>
                  <a:lnTo>
                    <a:pt x="280" y="609"/>
                  </a:lnTo>
                  <a:cubicBezTo>
                    <a:pt x="280" y="586"/>
                    <a:pt x="294" y="572"/>
                    <a:pt x="317" y="572"/>
                  </a:cubicBezTo>
                  <a:lnTo>
                    <a:pt x="619" y="572"/>
                  </a:lnTo>
                  <a:cubicBezTo>
                    <a:pt x="644" y="572"/>
                    <a:pt x="656" y="586"/>
                    <a:pt x="656" y="609"/>
                  </a:cubicBezTo>
                  <a:lnTo>
                    <a:pt x="656" y="970"/>
                  </a:lnTo>
                  <a:cubicBezTo>
                    <a:pt x="656" y="992"/>
                    <a:pt x="678" y="1006"/>
                    <a:pt x="700" y="1006"/>
                  </a:cubicBezTo>
                  <a:lnTo>
                    <a:pt x="888" y="1006"/>
                  </a:lnTo>
                  <a:cubicBezTo>
                    <a:pt x="910" y="1006"/>
                    <a:pt x="936" y="992"/>
                    <a:pt x="936" y="970"/>
                  </a:cubicBezTo>
                  <a:lnTo>
                    <a:pt x="936" y="247"/>
                  </a:lnTo>
                  <a:cubicBezTo>
                    <a:pt x="936" y="236"/>
                    <a:pt x="924" y="222"/>
                    <a:pt x="910" y="211"/>
                  </a:cubicBezTo>
                  <a:lnTo>
                    <a:pt x="4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17"/>
            <p:cNvSpPr/>
            <p:nvPr/>
          </p:nvSpPr>
          <p:spPr>
            <a:xfrm>
              <a:off x="6995569" y="3586965"/>
              <a:ext cx="122784" cy="114224"/>
            </a:xfrm>
            <a:custGeom>
              <a:avLst/>
              <a:gdLst/>
              <a:ahLst/>
              <a:cxnLst/>
              <a:rect l="l" t="t" r="r" b="b"/>
              <a:pathLst>
                <a:path w="1004" h="934" extrusionOk="0">
                  <a:moveTo>
                    <a:pt x="502" y="292"/>
                  </a:moveTo>
                  <a:cubicBezTo>
                    <a:pt x="631" y="292"/>
                    <a:pt x="748" y="398"/>
                    <a:pt x="748" y="527"/>
                  </a:cubicBezTo>
                  <a:cubicBezTo>
                    <a:pt x="748" y="667"/>
                    <a:pt x="631" y="771"/>
                    <a:pt x="502" y="771"/>
                  </a:cubicBezTo>
                  <a:cubicBezTo>
                    <a:pt x="362" y="771"/>
                    <a:pt x="258" y="667"/>
                    <a:pt x="258" y="527"/>
                  </a:cubicBezTo>
                  <a:cubicBezTo>
                    <a:pt x="258" y="398"/>
                    <a:pt x="362" y="292"/>
                    <a:pt x="502" y="292"/>
                  </a:cubicBezTo>
                  <a:close/>
                  <a:moveTo>
                    <a:pt x="340" y="1"/>
                  </a:moveTo>
                  <a:cubicBezTo>
                    <a:pt x="328" y="1"/>
                    <a:pt x="314" y="1"/>
                    <a:pt x="303" y="12"/>
                  </a:cubicBezTo>
                  <a:lnTo>
                    <a:pt x="222" y="130"/>
                  </a:lnTo>
                  <a:lnTo>
                    <a:pt x="163" y="130"/>
                  </a:lnTo>
                  <a:cubicBezTo>
                    <a:pt x="71" y="130"/>
                    <a:pt x="1" y="200"/>
                    <a:pt x="1" y="292"/>
                  </a:cubicBezTo>
                  <a:lnTo>
                    <a:pt x="1" y="771"/>
                  </a:lnTo>
                  <a:cubicBezTo>
                    <a:pt x="1" y="863"/>
                    <a:pt x="71" y="933"/>
                    <a:pt x="163" y="933"/>
                  </a:cubicBezTo>
                  <a:lnTo>
                    <a:pt x="841" y="933"/>
                  </a:lnTo>
                  <a:cubicBezTo>
                    <a:pt x="933" y="933"/>
                    <a:pt x="1003" y="863"/>
                    <a:pt x="1003" y="771"/>
                  </a:cubicBezTo>
                  <a:lnTo>
                    <a:pt x="1003" y="292"/>
                  </a:lnTo>
                  <a:cubicBezTo>
                    <a:pt x="1003" y="200"/>
                    <a:pt x="933" y="130"/>
                    <a:pt x="841" y="130"/>
                  </a:cubicBezTo>
                  <a:lnTo>
                    <a:pt x="782" y="130"/>
                  </a:lnTo>
                  <a:lnTo>
                    <a:pt x="701" y="12"/>
                  </a:lnTo>
                  <a:cubicBezTo>
                    <a:pt x="690" y="1"/>
                    <a:pt x="678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17"/>
            <p:cNvSpPr/>
            <p:nvPr/>
          </p:nvSpPr>
          <p:spPr>
            <a:xfrm>
              <a:off x="7041185" y="3636984"/>
              <a:ext cx="30207" cy="29962"/>
            </a:xfrm>
            <a:custGeom>
              <a:avLst/>
              <a:gdLst/>
              <a:ahLst/>
              <a:cxnLst/>
              <a:rect l="l" t="t" r="r" b="b"/>
              <a:pathLst>
                <a:path w="247" h="245" extrusionOk="0">
                  <a:moveTo>
                    <a:pt x="129" y="1"/>
                  </a:moveTo>
                  <a:cubicBezTo>
                    <a:pt x="59" y="1"/>
                    <a:pt x="0" y="59"/>
                    <a:pt x="0" y="118"/>
                  </a:cubicBezTo>
                  <a:cubicBezTo>
                    <a:pt x="0" y="188"/>
                    <a:pt x="59" y="244"/>
                    <a:pt x="129" y="244"/>
                  </a:cubicBezTo>
                  <a:cubicBezTo>
                    <a:pt x="199" y="244"/>
                    <a:pt x="247" y="188"/>
                    <a:pt x="247" y="118"/>
                  </a:cubicBezTo>
                  <a:cubicBezTo>
                    <a:pt x="247" y="59"/>
                    <a:pt x="199" y="1"/>
                    <a:pt x="1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17"/>
            <p:cNvSpPr/>
            <p:nvPr/>
          </p:nvSpPr>
          <p:spPr>
            <a:xfrm>
              <a:off x="6987008" y="3849044"/>
              <a:ext cx="101505" cy="99670"/>
            </a:xfrm>
            <a:custGeom>
              <a:avLst/>
              <a:gdLst/>
              <a:ahLst/>
              <a:cxnLst/>
              <a:rect l="l" t="t" r="r" b="b"/>
              <a:pathLst>
                <a:path w="830" h="815" extrusionOk="0">
                  <a:moveTo>
                    <a:pt x="415" y="0"/>
                  </a:moveTo>
                  <a:cubicBezTo>
                    <a:pt x="340" y="0"/>
                    <a:pt x="264" y="6"/>
                    <a:pt x="188" y="17"/>
                  </a:cubicBezTo>
                  <a:cubicBezTo>
                    <a:pt x="104" y="39"/>
                    <a:pt x="48" y="98"/>
                    <a:pt x="34" y="179"/>
                  </a:cubicBezTo>
                  <a:cubicBezTo>
                    <a:pt x="1" y="330"/>
                    <a:pt x="1" y="484"/>
                    <a:pt x="34" y="636"/>
                  </a:cubicBezTo>
                  <a:cubicBezTo>
                    <a:pt x="48" y="717"/>
                    <a:pt x="104" y="787"/>
                    <a:pt x="188" y="798"/>
                  </a:cubicBezTo>
                  <a:cubicBezTo>
                    <a:pt x="264" y="809"/>
                    <a:pt x="340" y="815"/>
                    <a:pt x="415" y="815"/>
                  </a:cubicBezTo>
                  <a:cubicBezTo>
                    <a:pt x="491" y="815"/>
                    <a:pt x="566" y="809"/>
                    <a:pt x="642" y="798"/>
                  </a:cubicBezTo>
                  <a:cubicBezTo>
                    <a:pt x="723" y="787"/>
                    <a:pt x="793" y="717"/>
                    <a:pt x="804" y="636"/>
                  </a:cubicBezTo>
                  <a:cubicBezTo>
                    <a:pt x="830" y="484"/>
                    <a:pt x="830" y="330"/>
                    <a:pt x="804" y="179"/>
                  </a:cubicBezTo>
                  <a:cubicBezTo>
                    <a:pt x="793" y="98"/>
                    <a:pt x="723" y="39"/>
                    <a:pt x="642" y="17"/>
                  </a:cubicBezTo>
                  <a:cubicBezTo>
                    <a:pt x="566" y="6"/>
                    <a:pt x="491" y="0"/>
                    <a:pt x="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17"/>
            <p:cNvSpPr/>
            <p:nvPr/>
          </p:nvSpPr>
          <p:spPr>
            <a:xfrm>
              <a:off x="7096952" y="3873014"/>
              <a:ext cx="28495" cy="50386"/>
            </a:xfrm>
            <a:custGeom>
              <a:avLst/>
              <a:gdLst/>
              <a:ahLst/>
              <a:cxnLst/>
              <a:rect l="l" t="t" r="r" b="b"/>
              <a:pathLst>
                <a:path w="233" h="412" extrusionOk="0">
                  <a:moveTo>
                    <a:pt x="160" y="0"/>
                  </a:moveTo>
                  <a:cubicBezTo>
                    <a:pt x="150" y="0"/>
                    <a:pt x="139" y="3"/>
                    <a:pt x="129" y="8"/>
                  </a:cubicBezTo>
                  <a:lnTo>
                    <a:pt x="45" y="53"/>
                  </a:lnTo>
                  <a:cubicBezTo>
                    <a:pt x="12" y="78"/>
                    <a:pt x="1" y="112"/>
                    <a:pt x="1" y="148"/>
                  </a:cubicBezTo>
                  <a:lnTo>
                    <a:pt x="1" y="274"/>
                  </a:lnTo>
                  <a:cubicBezTo>
                    <a:pt x="1" y="311"/>
                    <a:pt x="12" y="344"/>
                    <a:pt x="45" y="358"/>
                  </a:cubicBezTo>
                  <a:lnTo>
                    <a:pt x="129" y="403"/>
                  </a:lnTo>
                  <a:cubicBezTo>
                    <a:pt x="139" y="409"/>
                    <a:pt x="150" y="412"/>
                    <a:pt x="161" y="412"/>
                  </a:cubicBezTo>
                  <a:cubicBezTo>
                    <a:pt x="198" y="412"/>
                    <a:pt x="233" y="381"/>
                    <a:pt x="233" y="344"/>
                  </a:cubicBezTo>
                  <a:lnTo>
                    <a:pt x="233" y="78"/>
                  </a:lnTo>
                  <a:cubicBezTo>
                    <a:pt x="233" y="33"/>
                    <a:pt x="197" y="0"/>
                    <a:pt x="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17"/>
            <p:cNvSpPr/>
            <p:nvPr/>
          </p:nvSpPr>
          <p:spPr>
            <a:xfrm>
              <a:off x="6995569" y="4067219"/>
              <a:ext cx="128532" cy="121317"/>
            </a:xfrm>
            <a:custGeom>
              <a:avLst/>
              <a:gdLst/>
              <a:ahLst/>
              <a:cxnLst/>
              <a:rect l="l" t="t" r="r" b="b"/>
              <a:pathLst>
                <a:path w="1051" h="992" extrusionOk="0">
                  <a:moveTo>
                    <a:pt x="609" y="166"/>
                  </a:moveTo>
                  <a:cubicBezTo>
                    <a:pt x="666" y="166"/>
                    <a:pt x="725" y="186"/>
                    <a:pt x="771" y="227"/>
                  </a:cubicBezTo>
                  <a:cubicBezTo>
                    <a:pt x="852" y="322"/>
                    <a:pt x="852" y="462"/>
                    <a:pt x="771" y="543"/>
                  </a:cubicBezTo>
                  <a:cubicBezTo>
                    <a:pt x="725" y="589"/>
                    <a:pt x="666" y="612"/>
                    <a:pt x="609" y="612"/>
                  </a:cubicBezTo>
                  <a:cubicBezTo>
                    <a:pt x="552" y="612"/>
                    <a:pt x="496" y="589"/>
                    <a:pt x="454" y="543"/>
                  </a:cubicBezTo>
                  <a:cubicBezTo>
                    <a:pt x="362" y="462"/>
                    <a:pt x="362" y="322"/>
                    <a:pt x="454" y="227"/>
                  </a:cubicBezTo>
                  <a:cubicBezTo>
                    <a:pt x="496" y="186"/>
                    <a:pt x="552" y="166"/>
                    <a:pt x="609" y="166"/>
                  </a:cubicBezTo>
                  <a:close/>
                  <a:moveTo>
                    <a:pt x="613" y="0"/>
                  </a:moveTo>
                  <a:cubicBezTo>
                    <a:pt x="528" y="0"/>
                    <a:pt x="443" y="29"/>
                    <a:pt x="373" y="87"/>
                  </a:cubicBezTo>
                  <a:cubicBezTo>
                    <a:pt x="222" y="204"/>
                    <a:pt x="188" y="414"/>
                    <a:pt x="270" y="577"/>
                  </a:cubicBezTo>
                  <a:lnTo>
                    <a:pt x="23" y="823"/>
                  </a:lnTo>
                  <a:cubicBezTo>
                    <a:pt x="1" y="845"/>
                    <a:pt x="1" y="882"/>
                    <a:pt x="23" y="904"/>
                  </a:cubicBezTo>
                  <a:lnTo>
                    <a:pt x="93" y="974"/>
                  </a:lnTo>
                  <a:cubicBezTo>
                    <a:pt x="106" y="985"/>
                    <a:pt x="120" y="991"/>
                    <a:pt x="135" y="991"/>
                  </a:cubicBezTo>
                  <a:cubicBezTo>
                    <a:pt x="149" y="991"/>
                    <a:pt x="163" y="985"/>
                    <a:pt x="174" y="974"/>
                  </a:cubicBezTo>
                  <a:lnTo>
                    <a:pt x="421" y="731"/>
                  </a:lnTo>
                  <a:cubicBezTo>
                    <a:pt x="479" y="762"/>
                    <a:pt x="543" y="777"/>
                    <a:pt x="606" y="777"/>
                  </a:cubicBezTo>
                  <a:cubicBezTo>
                    <a:pt x="708" y="777"/>
                    <a:pt x="809" y="738"/>
                    <a:pt x="888" y="661"/>
                  </a:cubicBezTo>
                  <a:cubicBezTo>
                    <a:pt x="1051" y="495"/>
                    <a:pt x="1040" y="227"/>
                    <a:pt x="852" y="87"/>
                  </a:cubicBezTo>
                  <a:cubicBezTo>
                    <a:pt x="782" y="29"/>
                    <a:pt x="697" y="0"/>
                    <a:pt x="6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17"/>
            <p:cNvSpPr/>
            <p:nvPr/>
          </p:nvSpPr>
          <p:spPr>
            <a:xfrm>
              <a:off x="7132540" y="3334669"/>
              <a:ext cx="24459" cy="22625"/>
            </a:xfrm>
            <a:custGeom>
              <a:avLst/>
              <a:gdLst/>
              <a:ahLst/>
              <a:cxnLst/>
              <a:rect l="l" t="t" r="r" b="b"/>
              <a:pathLst>
                <a:path w="200" h="185" extrusionOk="0">
                  <a:moveTo>
                    <a:pt x="104" y="0"/>
                  </a:moveTo>
                  <a:cubicBezTo>
                    <a:pt x="48" y="0"/>
                    <a:pt x="1" y="34"/>
                    <a:pt x="1" y="92"/>
                  </a:cubicBezTo>
                  <a:cubicBezTo>
                    <a:pt x="1" y="140"/>
                    <a:pt x="48" y="185"/>
                    <a:pt x="104" y="185"/>
                  </a:cubicBezTo>
                  <a:cubicBezTo>
                    <a:pt x="152" y="185"/>
                    <a:pt x="200" y="140"/>
                    <a:pt x="200" y="92"/>
                  </a:cubicBezTo>
                  <a:cubicBezTo>
                    <a:pt x="200" y="34"/>
                    <a:pt x="152" y="0"/>
                    <a:pt x="1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17"/>
            <p:cNvSpPr/>
            <p:nvPr/>
          </p:nvSpPr>
          <p:spPr>
            <a:xfrm>
              <a:off x="7328091" y="3249063"/>
              <a:ext cx="388164" cy="29840"/>
            </a:xfrm>
            <a:custGeom>
              <a:avLst/>
              <a:gdLst/>
              <a:ahLst/>
              <a:cxnLst/>
              <a:rect l="l" t="t" r="r" b="b"/>
              <a:pathLst>
                <a:path w="3174" h="244" extrusionOk="0">
                  <a:moveTo>
                    <a:pt x="116" y="0"/>
                  </a:moveTo>
                  <a:cubicBezTo>
                    <a:pt x="60" y="0"/>
                    <a:pt x="1" y="56"/>
                    <a:pt x="1" y="126"/>
                  </a:cubicBezTo>
                  <a:cubicBezTo>
                    <a:pt x="1" y="185"/>
                    <a:pt x="60" y="244"/>
                    <a:pt x="116" y="244"/>
                  </a:cubicBezTo>
                  <a:lnTo>
                    <a:pt x="3045" y="244"/>
                  </a:lnTo>
                  <a:cubicBezTo>
                    <a:pt x="3115" y="244"/>
                    <a:pt x="3173" y="185"/>
                    <a:pt x="3173" y="126"/>
                  </a:cubicBezTo>
                  <a:cubicBezTo>
                    <a:pt x="3173" y="56"/>
                    <a:pt x="3115" y="0"/>
                    <a:pt x="3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17"/>
            <p:cNvSpPr/>
            <p:nvPr/>
          </p:nvSpPr>
          <p:spPr>
            <a:xfrm>
              <a:off x="7328091" y="3311678"/>
              <a:ext cx="303903" cy="29962"/>
            </a:xfrm>
            <a:custGeom>
              <a:avLst/>
              <a:gdLst/>
              <a:ahLst/>
              <a:cxnLst/>
              <a:rect l="l" t="t" r="r" b="b"/>
              <a:pathLst>
                <a:path w="2485" h="245" extrusionOk="0">
                  <a:moveTo>
                    <a:pt x="116" y="0"/>
                  </a:moveTo>
                  <a:cubicBezTo>
                    <a:pt x="60" y="0"/>
                    <a:pt x="1" y="59"/>
                    <a:pt x="1" y="118"/>
                  </a:cubicBezTo>
                  <a:cubicBezTo>
                    <a:pt x="1" y="188"/>
                    <a:pt x="60" y="244"/>
                    <a:pt x="116" y="244"/>
                  </a:cubicBezTo>
                  <a:lnTo>
                    <a:pt x="2356" y="244"/>
                  </a:lnTo>
                  <a:cubicBezTo>
                    <a:pt x="2426" y="244"/>
                    <a:pt x="2485" y="188"/>
                    <a:pt x="2485" y="118"/>
                  </a:cubicBezTo>
                  <a:cubicBezTo>
                    <a:pt x="2485" y="59"/>
                    <a:pt x="2426" y="0"/>
                    <a:pt x="2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17"/>
            <p:cNvSpPr/>
            <p:nvPr/>
          </p:nvSpPr>
          <p:spPr>
            <a:xfrm>
              <a:off x="7328091" y="3378818"/>
              <a:ext cx="111411" cy="28495"/>
            </a:xfrm>
            <a:custGeom>
              <a:avLst/>
              <a:gdLst/>
              <a:ahLst/>
              <a:cxnLst/>
              <a:rect l="l" t="t" r="r" b="b"/>
              <a:pathLst>
                <a:path w="911" h="233" extrusionOk="0">
                  <a:moveTo>
                    <a:pt x="116" y="0"/>
                  </a:moveTo>
                  <a:cubicBezTo>
                    <a:pt x="60" y="0"/>
                    <a:pt x="1" y="45"/>
                    <a:pt x="1" y="115"/>
                  </a:cubicBezTo>
                  <a:cubicBezTo>
                    <a:pt x="1" y="185"/>
                    <a:pt x="60" y="233"/>
                    <a:pt x="116" y="233"/>
                  </a:cubicBezTo>
                  <a:lnTo>
                    <a:pt x="793" y="233"/>
                  </a:lnTo>
                  <a:cubicBezTo>
                    <a:pt x="852" y="233"/>
                    <a:pt x="911" y="185"/>
                    <a:pt x="911" y="115"/>
                  </a:cubicBezTo>
                  <a:cubicBezTo>
                    <a:pt x="911" y="45"/>
                    <a:pt x="852" y="0"/>
                    <a:pt x="7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17"/>
            <p:cNvSpPr/>
            <p:nvPr/>
          </p:nvSpPr>
          <p:spPr>
            <a:xfrm>
              <a:off x="7328091" y="3490107"/>
              <a:ext cx="388164" cy="29962"/>
            </a:xfrm>
            <a:custGeom>
              <a:avLst/>
              <a:gdLst/>
              <a:ahLst/>
              <a:cxnLst/>
              <a:rect l="l" t="t" r="r" b="b"/>
              <a:pathLst>
                <a:path w="3174" h="245" extrusionOk="0">
                  <a:moveTo>
                    <a:pt x="116" y="0"/>
                  </a:moveTo>
                  <a:cubicBezTo>
                    <a:pt x="60" y="0"/>
                    <a:pt x="1" y="59"/>
                    <a:pt x="1" y="129"/>
                  </a:cubicBezTo>
                  <a:cubicBezTo>
                    <a:pt x="1" y="185"/>
                    <a:pt x="60" y="244"/>
                    <a:pt x="116" y="244"/>
                  </a:cubicBezTo>
                  <a:lnTo>
                    <a:pt x="3045" y="244"/>
                  </a:lnTo>
                  <a:cubicBezTo>
                    <a:pt x="3115" y="244"/>
                    <a:pt x="3173" y="185"/>
                    <a:pt x="3173" y="129"/>
                  </a:cubicBezTo>
                  <a:cubicBezTo>
                    <a:pt x="3173" y="59"/>
                    <a:pt x="3115" y="0"/>
                    <a:pt x="30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17"/>
            <p:cNvSpPr/>
            <p:nvPr/>
          </p:nvSpPr>
          <p:spPr>
            <a:xfrm>
              <a:off x="7328091" y="3552722"/>
              <a:ext cx="303903" cy="28617"/>
            </a:xfrm>
            <a:custGeom>
              <a:avLst/>
              <a:gdLst/>
              <a:ahLst/>
              <a:cxnLst/>
              <a:rect l="l" t="t" r="r" b="b"/>
              <a:pathLst>
                <a:path w="2485" h="234" extrusionOk="0">
                  <a:moveTo>
                    <a:pt x="116" y="1"/>
                  </a:moveTo>
                  <a:cubicBezTo>
                    <a:pt x="60" y="1"/>
                    <a:pt x="1" y="48"/>
                    <a:pt x="1" y="118"/>
                  </a:cubicBezTo>
                  <a:cubicBezTo>
                    <a:pt x="1" y="188"/>
                    <a:pt x="60" y="233"/>
                    <a:pt x="116" y="233"/>
                  </a:cubicBezTo>
                  <a:lnTo>
                    <a:pt x="2356" y="233"/>
                  </a:lnTo>
                  <a:cubicBezTo>
                    <a:pt x="2426" y="233"/>
                    <a:pt x="2485" y="188"/>
                    <a:pt x="2485" y="118"/>
                  </a:cubicBezTo>
                  <a:cubicBezTo>
                    <a:pt x="2485" y="48"/>
                    <a:pt x="2426" y="1"/>
                    <a:pt x="2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17"/>
            <p:cNvSpPr/>
            <p:nvPr/>
          </p:nvSpPr>
          <p:spPr>
            <a:xfrm>
              <a:off x="7328091" y="3619862"/>
              <a:ext cx="111411" cy="28617"/>
            </a:xfrm>
            <a:custGeom>
              <a:avLst/>
              <a:gdLst/>
              <a:ahLst/>
              <a:cxnLst/>
              <a:rect l="l" t="t" r="r" b="b"/>
              <a:pathLst>
                <a:path w="911" h="234" extrusionOk="0">
                  <a:moveTo>
                    <a:pt x="116" y="1"/>
                  </a:moveTo>
                  <a:cubicBezTo>
                    <a:pt x="60" y="1"/>
                    <a:pt x="1" y="48"/>
                    <a:pt x="1" y="118"/>
                  </a:cubicBezTo>
                  <a:cubicBezTo>
                    <a:pt x="1" y="188"/>
                    <a:pt x="60" y="233"/>
                    <a:pt x="116" y="233"/>
                  </a:cubicBezTo>
                  <a:lnTo>
                    <a:pt x="793" y="233"/>
                  </a:lnTo>
                  <a:cubicBezTo>
                    <a:pt x="852" y="233"/>
                    <a:pt x="911" y="188"/>
                    <a:pt x="911" y="118"/>
                  </a:cubicBezTo>
                  <a:cubicBezTo>
                    <a:pt x="911" y="48"/>
                    <a:pt x="852" y="1"/>
                    <a:pt x="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7" name="Google Shape;3487;p117"/>
          <p:cNvSpPr/>
          <p:nvPr/>
        </p:nvSpPr>
        <p:spPr>
          <a:xfrm>
            <a:off x="5746077" y="1195408"/>
            <a:ext cx="349154" cy="34843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8" name="Google Shape;3488;p117"/>
          <p:cNvSpPr/>
          <p:nvPr/>
        </p:nvSpPr>
        <p:spPr>
          <a:xfrm rot="10800000">
            <a:off x="8230200" y="4330638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392;p117">
            <a:extLst>
              <a:ext uri="{FF2B5EF4-FFF2-40B4-BE49-F238E27FC236}">
                <a16:creationId xmlns:a16="http://schemas.microsoft.com/office/drawing/2014/main" id="{3ADD5532-7962-C4E7-BDBF-EA8E201251CB}"/>
              </a:ext>
            </a:extLst>
          </p:cNvPr>
          <p:cNvSpPr/>
          <p:nvPr/>
        </p:nvSpPr>
        <p:spPr>
          <a:xfrm>
            <a:off x="1362897" y="4214577"/>
            <a:ext cx="1818000" cy="338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3399;p117">
            <a:extLst>
              <a:ext uri="{FF2B5EF4-FFF2-40B4-BE49-F238E27FC236}">
                <a16:creationId xmlns:a16="http://schemas.microsoft.com/office/drawing/2014/main" id="{0844F9EF-D31B-6A98-B6D5-49905C9758C7}"/>
              </a:ext>
            </a:extLst>
          </p:cNvPr>
          <p:cNvSpPr txBox="1">
            <a:spLocks/>
          </p:cNvSpPr>
          <p:nvPr/>
        </p:nvSpPr>
        <p:spPr>
          <a:xfrm>
            <a:off x="3307997" y="3957618"/>
            <a:ext cx="25863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/>
            <a:r>
              <a:rPr lang="en-US" dirty="0"/>
              <a:t>User information is saved with their progress</a:t>
            </a:r>
          </a:p>
        </p:txBody>
      </p:sp>
      <p:sp>
        <p:nvSpPr>
          <p:cNvPr id="26" name="Google Shape;3394;p117">
            <a:extLst>
              <a:ext uri="{FF2B5EF4-FFF2-40B4-BE49-F238E27FC236}">
                <a16:creationId xmlns:a16="http://schemas.microsoft.com/office/drawing/2014/main" id="{15C75789-7614-1121-F3EF-0C5284152186}"/>
              </a:ext>
            </a:extLst>
          </p:cNvPr>
          <p:cNvSpPr txBox="1">
            <a:spLocks/>
          </p:cNvSpPr>
          <p:nvPr/>
        </p:nvSpPr>
        <p:spPr>
          <a:xfrm>
            <a:off x="1409536" y="4190877"/>
            <a:ext cx="1871272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rbitron"/>
              <a:buNone/>
              <a:defRPr sz="1800" b="1" i="0" u="none" strike="noStrike" cap="non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User Saved</a:t>
            </a:r>
          </a:p>
        </p:txBody>
      </p:sp>
      <p:grpSp>
        <p:nvGrpSpPr>
          <p:cNvPr id="27" name="Google Shape;4754;p130">
            <a:extLst>
              <a:ext uri="{FF2B5EF4-FFF2-40B4-BE49-F238E27FC236}">
                <a16:creationId xmlns:a16="http://schemas.microsoft.com/office/drawing/2014/main" id="{93D44FDF-38A2-4B95-E75C-3492D56E1FFB}"/>
              </a:ext>
            </a:extLst>
          </p:cNvPr>
          <p:cNvGrpSpPr/>
          <p:nvPr/>
        </p:nvGrpSpPr>
        <p:grpSpPr>
          <a:xfrm>
            <a:off x="926361" y="4190877"/>
            <a:ext cx="279750" cy="349500"/>
            <a:chOff x="1797213" y="1462075"/>
            <a:chExt cx="279750" cy="349500"/>
          </a:xfrm>
        </p:grpSpPr>
        <p:sp>
          <p:nvSpPr>
            <p:cNvPr id="28" name="Google Shape;4755;p130">
              <a:extLst>
                <a:ext uri="{FF2B5EF4-FFF2-40B4-BE49-F238E27FC236}">
                  <a16:creationId xmlns:a16="http://schemas.microsoft.com/office/drawing/2014/main" id="{D314C907-7CD4-B4B9-12DA-C3C9AC48F74E}"/>
                </a:ext>
              </a:extLst>
            </p:cNvPr>
            <p:cNvSpPr/>
            <p:nvPr/>
          </p:nvSpPr>
          <p:spPr>
            <a:xfrm>
              <a:off x="1834788" y="1567950"/>
              <a:ext cx="20275" cy="40825"/>
            </a:xfrm>
            <a:custGeom>
              <a:avLst/>
              <a:gdLst/>
              <a:ahLst/>
              <a:cxnLst/>
              <a:rect l="l" t="t" r="r" b="b"/>
              <a:pathLst>
                <a:path w="811" h="1633" extrusionOk="0">
                  <a:moveTo>
                    <a:pt x="811" y="0"/>
                  </a:moveTo>
                  <a:cubicBezTo>
                    <a:pt x="358" y="0"/>
                    <a:pt x="0" y="358"/>
                    <a:pt x="0" y="811"/>
                  </a:cubicBezTo>
                  <a:cubicBezTo>
                    <a:pt x="0" y="1261"/>
                    <a:pt x="358" y="1633"/>
                    <a:pt x="811" y="1633"/>
                  </a:cubicBezTo>
                  <a:lnTo>
                    <a:pt x="8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756;p130">
              <a:extLst>
                <a:ext uri="{FF2B5EF4-FFF2-40B4-BE49-F238E27FC236}">
                  <a16:creationId xmlns:a16="http://schemas.microsoft.com/office/drawing/2014/main" id="{74F6E9C8-8589-268D-DEB9-E49BC172A636}"/>
                </a:ext>
              </a:extLst>
            </p:cNvPr>
            <p:cNvSpPr/>
            <p:nvPr/>
          </p:nvSpPr>
          <p:spPr>
            <a:xfrm>
              <a:off x="1982938" y="1564475"/>
              <a:ext cx="63325" cy="88525"/>
            </a:xfrm>
            <a:custGeom>
              <a:avLst/>
              <a:gdLst/>
              <a:ahLst/>
              <a:cxnLst/>
              <a:rect l="l" t="t" r="r" b="b"/>
              <a:pathLst>
                <a:path w="2533" h="3541" extrusionOk="0">
                  <a:moveTo>
                    <a:pt x="1433" y="0"/>
                  </a:moveTo>
                  <a:lnTo>
                    <a:pt x="1433" y="2050"/>
                  </a:lnTo>
                  <a:lnTo>
                    <a:pt x="1711" y="2050"/>
                  </a:lnTo>
                  <a:lnTo>
                    <a:pt x="1711" y="2594"/>
                  </a:lnTo>
                  <a:cubicBezTo>
                    <a:pt x="1711" y="2663"/>
                    <a:pt x="1652" y="2733"/>
                    <a:pt x="1572" y="2733"/>
                  </a:cubicBezTo>
                  <a:lnTo>
                    <a:pt x="486" y="2733"/>
                  </a:lnTo>
                  <a:cubicBezTo>
                    <a:pt x="369" y="3033"/>
                    <a:pt x="208" y="3310"/>
                    <a:pt x="0" y="3541"/>
                  </a:cubicBezTo>
                  <a:lnTo>
                    <a:pt x="1572" y="3541"/>
                  </a:lnTo>
                  <a:cubicBezTo>
                    <a:pt x="2105" y="3541"/>
                    <a:pt x="2533" y="3113"/>
                    <a:pt x="2533" y="2594"/>
                  </a:cubicBezTo>
                  <a:lnTo>
                    <a:pt x="2533" y="950"/>
                  </a:lnTo>
                  <a:cubicBezTo>
                    <a:pt x="2533" y="428"/>
                    <a:pt x="2105" y="0"/>
                    <a:pt x="15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4757;p130">
              <a:extLst>
                <a:ext uri="{FF2B5EF4-FFF2-40B4-BE49-F238E27FC236}">
                  <a16:creationId xmlns:a16="http://schemas.microsoft.com/office/drawing/2014/main" id="{1800B465-77DE-6AEA-1E67-7CED2AFBB73E}"/>
                </a:ext>
              </a:extLst>
            </p:cNvPr>
            <p:cNvSpPr/>
            <p:nvPr/>
          </p:nvSpPr>
          <p:spPr>
            <a:xfrm>
              <a:off x="1906213" y="1687975"/>
              <a:ext cx="61675" cy="40300"/>
            </a:xfrm>
            <a:custGeom>
              <a:avLst/>
              <a:gdLst/>
              <a:ahLst/>
              <a:cxnLst/>
              <a:rect l="l" t="t" r="r" b="b"/>
              <a:pathLst>
                <a:path w="2467" h="1612" extrusionOk="0">
                  <a:moveTo>
                    <a:pt x="1" y="0"/>
                  </a:moveTo>
                  <a:lnTo>
                    <a:pt x="1" y="384"/>
                  </a:lnTo>
                  <a:cubicBezTo>
                    <a:pt x="1" y="1056"/>
                    <a:pt x="556" y="1611"/>
                    <a:pt x="1228" y="1611"/>
                  </a:cubicBezTo>
                  <a:cubicBezTo>
                    <a:pt x="1911" y="1611"/>
                    <a:pt x="2467" y="1056"/>
                    <a:pt x="2467" y="384"/>
                  </a:cubicBezTo>
                  <a:lnTo>
                    <a:pt x="2467" y="0"/>
                  </a:lnTo>
                  <a:cubicBezTo>
                    <a:pt x="2083" y="164"/>
                    <a:pt x="1667" y="245"/>
                    <a:pt x="1228" y="245"/>
                  </a:cubicBezTo>
                  <a:cubicBezTo>
                    <a:pt x="800" y="245"/>
                    <a:pt x="384" y="164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4758;p130">
              <a:extLst>
                <a:ext uri="{FF2B5EF4-FFF2-40B4-BE49-F238E27FC236}">
                  <a16:creationId xmlns:a16="http://schemas.microsoft.com/office/drawing/2014/main" id="{ABD16B41-A5D0-BE80-A2D6-07EBBE8612EB}"/>
                </a:ext>
              </a:extLst>
            </p:cNvPr>
            <p:cNvSpPr/>
            <p:nvPr/>
          </p:nvSpPr>
          <p:spPr>
            <a:xfrm>
              <a:off x="1875588" y="1537150"/>
              <a:ext cx="122975" cy="136425"/>
            </a:xfrm>
            <a:custGeom>
              <a:avLst/>
              <a:gdLst/>
              <a:ahLst/>
              <a:cxnLst/>
              <a:rect l="l" t="t" r="r" b="b"/>
              <a:pathLst>
                <a:path w="4919" h="5457" extrusionOk="0">
                  <a:moveTo>
                    <a:pt x="2998" y="1"/>
                  </a:moveTo>
                  <a:cubicBezTo>
                    <a:pt x="2894" y="1"/>
                    <a:pt x="2795" y="46"/>
                    <a:pt x="2720" y="121"/>
                  </a:cubicBezTo>
                  <a:cubicBezTo>
                    <a:pt x="2092" y="739"/>
                    <a:pt x="1258" y="1093"/>
                    <a:pt x="378" y="1093"/>
                  </a:cubicBezTo>
                  <a:cubicBezTo>
                    <a:pt x="253" y="1093"/>
                    <a:pt x="127" y="1085"/>
                    <a:pt x="1" y="1071"/>
                  </a:cubicBezTo>
                  <a:lnTo>
                    <a:pt x="1" y="2968"/>
                  </a:lnTo>
                  <a:cubicBezTo>
                    <a:pt x="1" y="4323"/>
                    <a:pt x="1076" y="5445"/>
                    <a:pt x="2431" y="5456"/>
                  </a:cubicBezTo>
                  <a:cubicBezTo>
                    <a:pt x="2443" y="5456"/>
                    <a:pt x="2455" y="5456"/>
                    <a:pt x="2468" y="5456"/>
                  </a:cubicBezTo>
                  <a:cubicBezTo>
                    <a:pt x="3192" y="5456"/>
                    <a:pt x="3838" y="5136"/>
                    <a:pt x="4294" y="4634"/>
                  </a:cubicBezTo>
                  <a:lnTo>
                    <a:pt x="3008" y="4634"/>
                  </a:lnTo>
                  <a:cubicBezTo>
                    <a:pt x="2767" y="4634"/>
                    <a:pt x="2581" y="4451"/>
                    <a:pt x="2592" y="4206"/>
                  </a:cubicBezTo>
                  <a:cubicBezTo>
                    <a:pt x="2603" y="3987"/>
                    <a:pt x="2800" y="3826"/>
                    <a:pt x="3020" y="3826"/>
                  </a:cubicBezTo>
                  <a:lnTo>
                    <a:pt x="4780" y="3826"/>
                  </a:lnTo>
                  <a:cubicBezTo>
                    <a:pt x="4861" y="3570"/>
                    <a:pt x="4919" y="3293"/>
                    <a:pt x="4919" y="3004"/>
                  </a:cubicBezTo>
                  <a:lnTo>
                    <a:pt x="4919" y="1093"/>
                  </a:lnTo>
                  <a:lnTo>
                    <a:pt x="4502" y="1093"/>
                  </a:lnTo>
                  <a:cubicBezTo>
                    <a:pt x="3991" y="1093"/>
                    <a:pt x="3553" y="757"/>
                    <a:pt x="3392" y="271"/>
                  </a:cubicBezTo>
                  <a:cubicBezTo>
                    <a:pt x="3344" y="132"/>
                    <a:pt x="3217" y="30"/>
                    <a:pt x="3067" y="7"/>
                  </a:cubicBezTo>
                  <a:cubicBezTo>
                    <a:pt x="3044" y="3"/>
                    <a:pt x="3021" y="1"/>
                    <a:pt x="29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759;p130">
              <a:extLst>
                <a:ext uri="{FF2B5EF4-FFF2-40B4-BE49-F238E27FC236}">
                  <a16:creationId xmlns:a16="http://schemas.microsoft.com/office/drawing/2014/main" id="{7125ED97-0F64-F86F-BF5D-D1A6CC61AEF9}"/>
                </a:ext>
              </a:extLst>
            </p:cNvPr>
            <p:cNvSpPr/>
            <p:nvPr/>
          </p:nvSpPr>
          <p:spPr>
            <a:xfrm>
              <a:off x="1797213" y="1680475"/>
              <a:ext cx="98950" cy="131100"/>
            </a:xfrm>
            <a:custGeom>
              <a:avLst/>
              <a:gdLst/>
              <a:ahLst/>
              <a:cxnLst/>
              <a:rect l="l" t="t" r="r" b="b"/>
              <a:pathLst>
                <a:path w="3958" h="5244" extrusionOk="0">
                  <a:moveTo>
                    <a:pt x="3136" y="1"/>
                  </a:moveTo>
                  <a:cubicBezTo>
                    <a:pt x="1411" y="1"/>
                    <a:pt x="1" y="1411"/>
                    <a:pt x="1" y="3136"/>
                  </a:cubicBezTo>
                  <a:lnTo>
                    <a:pt x="1" y="4827"/>
                  </a:lnTo>
                  <a:cubicBezTo>
                    <a:pt x="1" y="5057"/>
                    <a:pt x="184" y="5243"/>
                    <a:pt x="403" y="5243"/>
                  </a:cubicBezTo>
                  <a:lnTo>
                    <a:pt x="2314" y="5243"/>
                  </a:lnTo>
                  <a:lnTo>
                    <a:pt x="2314" y="2314"/>
                  </a:lnTo>
                  <a:cubicBezTo>
                    <a:pt x="2314" y="2094"/>
                    <a:pt x="2500" y="1911"/>
                    <a:pt x="2730" y="1911"/>
                  </a:cubicBezTo>
                  <a:lnTo>
                    <a:pt x="3958" y="1911"/>
                  </a:lnTo>
                  <a:cubicBezTo>
                    <a:pt x="3702" y="1564"/>
                    <a:pt x="3541" y="1147"/>
                    <a:pt x="3541" y="684"/>
                  </a:cubicBezTo>
                  <a:lnTo>
                    <a:pt x="35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760;p130">
              <a:extLst>
                <a:ext uri="{FF2B5EF4-FFF2-40B4-BE49-F238E27FC236}">
                  <a16:creationId xmlns:a16="http://schemas.microsoft.com/office/drawing/2014/main" id="{450AD68A-8D76-4495-A3DB-A4973053C28A}"/>
                </a:ext>
              </a:extLst>
            </p:cNvPr>
            <p:cNvSpPr/>
            <p:nvPr/>
          </p:nvSpPr>
          <p:spPr>
            <a:xfrm>
              <a:off x="1875588" y="1748725"/>
              <a:ext cx="122975" cy="62850"/>
            </a:xfrm>
            <a:custGeom>
              <a:avLst/>
              <a:gdLst/>
              <a:ahLst/>
              <a:cxnLst/>
              <a:rect l="l" t="t" r="r" b="b"/>
              <a:pathLst>
                <a:path w="4919" h="2514" extrusionOk="0">
                  <a:moveTo>
                    <a:pt x="1" y="0"/>
                  </a:moveTo>
                  <a:lnTo>
                    <a:pt x="1" y="2513"/>
                  </a:lnTo>
                  <a:lnTo>
                    <a:pt x="4919" y="2513"/>
                  </a:lnTo>
                  <a:lnTo>
                    <a:pt x="49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761;p130">
              <a:extLst>
                <a:ext uri="{FF2B5EF4-FFF2-40B4-BE49-F238E27FC236}">
                  <a16:creationId xmlns:a16="http://schemas.microsoft.com/office/drawing/2014/main" id="{EDFB7828-3D9B-8755-2D92-4C8F73DD6203}"/>
                </a:ext>
              </a:extLst>
            </p:cNvPr>
            <p:cNvSpPr/>
            <p:nvPr/>
          </p:nvSpPr>
          <p:spPr>
            <a:xfrm>
              <a:off x="1977988" y="1680475"/>
              <a:ext cx="98975" cy="131100"/>
            </a:xfrm>
            <a:custGeom>
              <a:avLst/>
              <a:gdLst/>
              <a:ahLst/>
              <a:cxnLst/>
              <a:rect l="l" t="t" r="r" b="b"/>
              <a:pathLst>
                <a:path w="3959" h="5244" extrusionOk="0">
                  <a:moveTo>
                    <a:pt x="406" y="1"/>
                  </a:moveTo>
                  <a:lnTo>
                    <a:pt x="406" y="684"/>
                  </a:lnTo>
                  <a:cubicBezTo>
                    <a:pt x="406" y="1147"/>
                    <a:pt x="254" y="1564"/>
                    <a:pt x="1" y="1911"/>
                  </a:cubicBezTo>
                  <a:lnTo>
                    <a:pt x="1226" y="1911"/>
                  </a:lnTo>
                  <a:cubicBezTo>
                    <a:pt x="1459" y="1911"/>
                    <a:pt x="1631" y="2094"/>
                    <a:pt x="1631" y="2314"/>
                  </a:cubicBezTo>
                  <a:lnTo>
                    <a:pt x="1631" y="5243"/>
                  </a:lnTo>
                  <a:lnTo>
                    <a:pt x="3553" y="5243"/>
                  </a:lnTo>
                  <a:cubicBezTo>
                    <a:pt x="3772" y="5243"/>
                    <a:pt x="3958" y="5057"/>
                    <a:pt x="3958" y="4827"/>
                  </a:cubicBezTo>
                  <a:lnTo>
                    <a:pt x="3958" y="3136"/>
                  </a:lnTo>
                  <a:cubicBezTo>
                    <a:pt x="3958" y="1411"/>
                    <a:pt x="2545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762;p130">
              <a:extLst>
                <a:ext uri="{FF2B5EF4-FFF2-40B4-BE49-F238E27FC236}">
                  <a16:creationId xmlns:a16="http://schemas.microsoft.com/office/drawing/2014/main" id="{B79ECBB7-0DBD-C144-980A-6C2F0B20224F}"/>
                </a:ext>
              </a:extLst>
            </p:cNvPr>
            <p:cNvSpPr/>
            <p:nvPr/>
          </p:nvSpPr>
          <p:spPr>
            <a:xfrm>
              <a:off x="1855038" y="1462075"/>
              <a:ext cx="163750" cy="81875"/>
            </a:xfrm>
            <a:custGeom>
              <a:avLst/>
              <a:gdLst/>
              <a:ahLst/>
              <a:cxnLst/>
              <a:rect l="l" t="t" r="r" b="b"/>
              <a:pathLst>
                <a:path w="6550" h="3275" extrusionOk="0">
                  <a:moveTo>
                    <a:pt x="3275" y="0"/>
                  </a:moveTo>
                  <a:cubicBezTo>
                    <a:pt x="1470" y="0"/>
                    <a:pt x="1" y="1469"/>
                    <a:pt x="1" y="3274"/>
                  </a:cubicBezTo>
                  <a:lnTo>
                    <a:pt x="1192" y="3274"/>
                  </a:lnTo>
                  <a:cubicBezTo>
                    <a:pt x="1853" y="3274"/>
                    <a:pt x="2489" y="3021"/>
                    <a:pt x="2964" y="2547"/>
                  </a:cubicBezTo>
                  <a:cubicBezTo>
                    <a:pt x="3194" y="2316"/>
                    <a:pt x="3494" y="2188"/>
                    <a:pt x="3830" y="2188"/>
                  </a:cubicBezTo>
                  <a:cubicBezTo>
                    <a:pt x="3889" y="2188"/>
                    <a:pt x="3958" y="2188"/>
                    <a:pt x="4028" y="2199"/>
                  </a:cubicBezTo>
                  <a:cubicBezTo>
                    <a:pt x="4466" y="2269"/>
                    <a:pt x="4838" y="2580"/>
                    <a:pt x="4988" y="3010"/>
                  </a:cubicBezTo>
                  <a:cubicBezTo>
                    <a:pt x="5047" y="3171"/>
                    <a:pt x="5172" y="3274"/>
                    <a:pt x="5324" y="3274"/>
                  </a:cubicBezTo>
                  <a:lnTo>
                    <a:pt x="6549" y="3274"/>
                  </a:lnTo>
                  <a:cubicBezTo>
                    <a:pt x="6549" y="1469"/>
                    <a:pt x="5091" y="0"/>
                    <a:pt x="32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4475;p130">
            <a:extLst>
              <a:ext uri="{FF2B5EF4-FFF2-40B4-BE49-F238E27FC236}">
                <a16:creationId xmlns:a16="http://schemas.microsoft.com/office/drawing/2014/main" id="{A76DA987-FF02-C8A1-1274-22D38FA38591}"/>
              </a:ext>
            </a:extLst>
          </p:cNvPr>
          <p:cNvGrpSpPr/>
          <p:nvPr/>
        </p:nvGrpSpPr>
        <p:grpSpPr>
          <a:xfrm>
            <a:off x="881591" y="2672163"/>
            <a:ext cx="349175" cy="349450"/>
            <a:chOff x="4019363" y="3131175"/>
            <a:chExt cx="349175" cy="349450"/>
          </a:xfrm>
        </p:grpSpPr>
        <p:sp>
          <p:nvSpPr>
            <p:cNvPr id="37" name="Google Shape;4476;p130">
              <a:extLst>
                <a:ext uri="{FF2B5EF4-FFF2-40B4-BE49-F238E27FC236}">
                  <a16:creationId xmlns:a16="http://schemas.microsoft.com/office/drawing/2014/main" id="{988B09C0-85FC-4A9F-4003-9F6BE588C8FE}"/>
                </a:ext>
              </a:extLst>
            </p:cNvPr>
            <p:cNvSpPr/>
            <p:nvPr/>
          </p:nvSpPr>
          <p:spPr>
            <a:xfrm>
              <a:off x="4120588" y="3232675"/>
              <a:ext cx="146725" cy="146725"/>
            </a:xfrm>
            <a:custGeom>
              <a:avLst/>
              <a:gdLst/>
              <a:ahLst/>
              <a:cxnLst/>
              <a:rect l="l" t="t" r="r" b="b"/>
              <a:pathLst>
                <a:path w="5869" h="5869" extrusionOk="0">
                  <a:moveTo>
                    <a:pt x="2941" y="720"/>
                  </a:moveTo>
                  <a:cubicBezTo>
                    <a:pt x="3125" y="720"/>
                    <a:pt x="3275" y="870"/>
                    <a:pt x="3275" y="1067"/>
                  </a:cubicBezTo>
                  <a:cubicBezTo>
                    <a:pt x="3275" y="1250"/>
                    <a:pt x="3125" y="1403"/>
                    <a:pt x="2941" y="1403"/>
                  </a:cubicBezTo>
                  <a:cubicBezTo>
                    <a:pt x="2744" y="1403"/>
                    <a:pt x="2594" y="1250"/>
                    <a:pt x="2594" y="1067"/>
                  </a:cubicBezTo>
                  <a:cubicBezTo>
                    <a:pt x="2594" y="870"/>
                    <a:pt x="2744" y="720"/>
                    <a:pt x="2941" y="720"/>
                  </a:cubicBezTo>
                  <a:close/>
                  <a:moveTo>
                    <a:pt x="2941" y="1750"/>
                  </a:moveTo>
                  <a:cubicBezTo>
                    <a:pt x="3125" y="1750"/>
                    <a:pt x="3275" y="1900"/>
                    <a:pt x="3275" y="2083"/>
                  </a:cubicBezTo>
                  <a:lnTo>
                    <a:pt x="3275" y="4538"/>
                  </a:lnTo>
                  <a:cubicBezTo>
                    <a:pt x="3275" y="4735"/>
                    <a:pt x="3125" y="4885"/>
                    <a:pt x="2941" y="4885"/>
                  </a:cubicBezTo>
                  <a:cubicBezTo>
                    <a:pt x="2744" y="4885"/>
                    <a:pt x="2594" y="4735"/>
                    <a:pt x="2594" y="4538"/>
                  </a:cubicBezTo>
                  <a:lnTo>
                    <a:pt x="2594" y="2083"/>
                  </a:lnTo>
                  <a:cubicBezTo>
                    <a:pt x="2594" y="1900"/>
                    <a:pt x="2744" y="1750"/>
                    <a:pt x="2941" y="1750"/>
                  </a:cubicBezTo>
                  <a:close/>
                  <a:moveTo>
                    <a:pt x="2941" y="0"/>
                  </a:moveTo>
                  <a:cubicBezTo>
                    <a:pt x="1320" y="0"/>
                    <a:pt x="1" y="1308"/>
                    <a:pt x="1" y="2930"/>
                  </a:cubicBezTo>
                  <a:cubicBezTo>
                    <a:pt x="1" y="4549"/>
                    <a:pt x="1320" y="5868"/>
                    <a:pt x="2941" y="5868"/>
                  </a:cubicBezTo>
                  <a:cubicBezTo>
                    <a:pt x="4560" y="5868"/>
                    <a:pt x="5868" y="4549"/>
                    <a:pt x="5868" y="2930"/>
                  </a:cubicBezTo>
                  <a:cubicBezTo>
                    <a:pt x="5868" y="1308"/>
                    <a:pt x="4560" y="0"/>
                    <a:pt x="2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477;p130">
              <a:extLst>
                <a:ext uri="{FF2B5EF4-FFF2-40B4-BE49-F238E27FC236}">
                  <a16:creationId xmlns:a16="http://schemas.microsoft.com/office/drawing/2014/main" id="{A5885FBD-BBCC-CD63-119F-DBCA744C6D06}"/>
                </a:ext>
              </a:extLst>
            </p:cNvPr>
            <p:cNvSpPr/>
            <p:nvPr/>
          </p:nvSpPr>
          <p:spPr>
            <a:xfrm>
              <a:off x="4058388" y="3173500"/>
              <a:ext cx="77025" cy="73700"/>
            </a:xfrm>
            <a:custGeom>
              <a:avLst/>
              <a:gdLst/>
              <a:ahLst/>
              <a:cxnLst/>
              <a:rect l="l" t="t" r="r" b="b"/>
              <a:pathLst>
                <a:path w="3081" h="2948" extrusionOk="0">
                  <a:moveTo>
                    <a:pt x="1350" y="0"/>
                  </a:moveTo>
                  <a:cubicBezTo>
                    <a:pt x="1036" y="0"/>
                    <a:pt x="724" y="118"/>
                    <a:pt x="486" y="354"/>
                  </a:cubicBezTo>
                  <a:cubicBezTo>
                    <a:pt x="0" y="840"/>
                    <a:pt x="0" y="1618"/>
                    <a:pt x="486" y="2090"/>
                  </a:cubicBezTo>
                  <a:cubicBezTo>
                    <a:pt x="720" y="2334"/>
                    <a:pt x="1031" y="2451"/>
                    <a:pt x="1356" y="2451"/>
                  </a:cubicBezTo>
                  <a:cubicBezTo>
                    <a:pt x="1528" y="2451"/>
                    <a:pt x="1714" y="2415"/>
                    <a:pt x="1875" y="2334"/>
                  </a:cubicBezTo>
                  <a:lnTo>
                    <a:pt x="2500" y="2948"/>
                  </a:lnTo>
                  <a:cubicBezTo>
                    <a:pt x="2664" y="2740"/>
                    <a:pt x="2861" y="2542"/>
                    <a:pt x="3080" y="2367"/>
                  </a:cubicBezTo>
                  <a:lnTo>
                    <a:pt x="2455" y="1757"/>
                  </a:lnTo>
                  <a:cubicBezTo>
                    <a:pt x="2675" y="1304"/>
                    <a:pt x="2594" y="737"/>
                    <a:pt x="2222" y="354"/>
                  </a:cubicBezTo>
                  <a:cubicBezTo>
                    <a:pt x="1979" y="118"/>
                    <a:pt x="1664" y="0"/>
                    <a:pt x="1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478;p130">
              <a:extLst>
                <a:ext uri="{FF2B5EF4-FFF2-40B4-BE49-F238E27FC236}">
                  <a16:creationId xmlns:a16="http://schemas.microsoft.com/office/drawing/2014/main" id="{8FC3E13C-90CD-67EC-F419-C7A71E9DB545}"/>
                </a:ext>
              </a:extLst>
            </p:cNvPr>
            <p:cNvSpPr/>
            <p:nvPr/>
          </p:nvSpPr>
          <p:spPr>
            <a:xfrm>
              <a:off x="4163138" y="3399300"/>
              <a:ext cx="61625" cy="81325"/>
            </a:xfrm>
            <a:custGeom>
              <a:avLst/>
              <a:gdLst/>
              <a:ahLst/>
              <a:cxnLst/>
              <a:rect l="l" t="t" r="r" b="b"/>
              <a:pathLst>
                <a:path w="2465" h="3253" extrusionOk="0">
                  <a:moveTo>
                    <a:pt x="823" y="0"/>
                  </a:moveTo>
                  <a:lnTo>
                    <a:pt x="823" y="869"/>
                  </a:lnTo>
                  <a:cubicBezTo>
                    <a:pt x="348" y="1042"/>
                    <a:pt x="1" y="1494"/>
                    <a:pt x="1" y="2027"/>
                  </a:cubicBezTo>
                  <a:cubicBezTo>
                    <a:pt x="1" y="2708"/>
                    <a:pt x="556" y="3252"/>
                    <a:pt x="1239" y="3252"/>
                  </a:cubicBezTo>
                  <a:cubicBezTo>
                    <a:pt x="1909" y="3252"/>
                    <a:pt x="2464" y="2708"/>
                    <a:pt x="2464" y="2027"/>
                  </a:cubicBezTo>
                  <a:cubicBezTo>
                    <a:pt x="2464" y="1494"/>
                    <a:pt x="2117" y="1042"/>
                    <a:pt x="1642" y="869"/>
                  </a:cubicBezTo>
                  <a:lnTo>
                    <a:pt x="1642" y="0"/>
                  </a:lnTo>
                  <a:cubicBezTo>
                    <a:pt x="1503" y="14"/>
                    <a:pt x="1378" y="25"/>
                    <a:pt x="1239" y="25"/>
                  </a:cubicBezTo>
                  <a:cubicBezTo>
                    <a:pt x="1101" y="25"/>
                    <a:pt x="962" y="14"/>
                    <a:pt x="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479;p130">
              <a:extLst>
                <a:ext uri="{FF2B5EF4-FFF2-40B4-BE49-F238E27FC236}">
                  <a16:creationId xmlns:a16="http://schemas.microsoft.com/office/drawing/2014/main" id="{6944E73F-8C3D-B6BD-CC2D-4879693EFD8F}"/>
                </a:ext>
              </a:extLst>
            </p:cNvPr>
            <p:cNvSpPr/>
            <p:nvPr/>
          </p:nvSpPr>
          <p:spPr>
            <a:xfrm>
              <a:off x="4163138" y="3131175"/>
              <a:ext cx="61625" cy="81600"/>
            </a:xfrm>
            <a:custGeom>
              <a:avLst/>
              <a:gdLst/>
              <a:ahLst/>
              <a:cxnLst/>
              <a:rect l="l" t="t" r="r" b="b"/>
              <a:pathLst>
                <a:path w="2465" h="3264" extrusionOk="0">
                  <a:moveTo>
                    <a:pt x="1239" y="1"/>
                  </a:moveTo>
                  <a:cubicBezTo>
                    <a:pt x="556" y="1"/>
                    <a:pt x="1" y="556"/>
                    <a:pt x="1" y="1239"/>
                  </a:cubicBezTo>
                  <a:cubicBezTo>
                    <a:pt x="1" y="1769"/>
                    <a:pt x="348" y="2222"/>
                    <a:pt x="823" y="2394"/>
                  </a:cubicBezTo>
                  <a:lnTo>
                    <a:pt x="823" y="3263"/>
                  </a:lnTo>
                  <a:cubicBezTo>
                    <a:pt x="962" y="3252"/>
                    <a:pt x="1101" y="3241"/>
                    <a:pt x="1239" y="3241"/>
                  </a:cubicBezTo>
                  <a:cubicBezTo>
                    <a:pt x="1378" y="3241"/>
                    <a:pt x="1503" y="3252"/>
                    <a:pt x="1642" y="3263"/>
                  </a:cubicBezTo>
                  <a:lnTo>
                    <a:pt x="1642" y="2394"/>
                  </a:lnTo>
                  <a:cubicBezTo>
                    <a:pt x="2117" y="2222"/>
                    <a:pt x="2464" y="1769"/>
                    <a:pt x="2464" y="1239"/>
                  </a:cubicBezTo>
                  <a:cubicBezTo>
                    <a:pt x="2464" y="556"/>
                    <a:pt x="1909" y="1"/>
                    <a:pt x="12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480;p130">
              <a:extLst>
                <a:ext uri="{FF2B5EF4-FFF2-40B4-BE49-F238E27FC236}">
                  <a16:creationId xmlns:a16="http://schemas.microsoft.com/office/drawing/2014/main" id="{907BD00D-0C47-3CF8-513C-6EB9C3D122FD}"/>
                </a:ext>
              </a:extLst>
            </p:cNvPr>
            <p:cNvSpPr/>
            <p:nvPr/>
          </p:nvSpPr>
          <p:spPr>
            <a:xfrm>
              <a:off x="4058388" y="3364575"/>
              <a:ext cx="77025" cy="73825"/>
            </a:xfrm>
            <a:custGeom>
              <a:avLst/>
              <a:gdLst/>
              <a:ahLst/>
              <a:cxnLst/>
              <a:rect l="l" t="t" r="r" b="b"/>
              <a:pathLst>
                <a:path w="3081" h="2953" extrusionOk="0">
                  <a:moveTo>
                    <a:pt x="2500" y="1"/>
                  </a:moveTo>
                  <a:lnTo>
                    <a:pt x="1875" y="614"/>
                  </a:lnTo>
                  <a:cubicBezTo>
                    <a:pt x="1713" y="539"/>
                    <a:pt x="1536" y="502"/>
                    <a:pt x="1358" y="502"/>
                  </a:cubicBezTo>
                  <a:cubicBezTo>
                    <a:pt x="1042" y="502"/>
                    <a:pt x="725" y="621"/>
                    <a:pt x="486" y="859"/>
                  </a:cubicBezTo>
                  <a:cubicBezTo>
                    <a:pt x="0" y="1345"/>
                    <a:pt x="0" y="2120"/>
                    <a:pt x="486" y="2594"/>
                  </a:cubicBezTo>
                  <a:cubicBezTo>
                    <a:pt x="720" y="2836"/>
                    <a:pt x="1031" y="2953"/>
                    <a:pt x="1356" y="2953"/>
                  </a:cubicBezTo>
                  <a:cubicBezTo>
                    <a:pt x="1667" y="2953"/>
                    <a:pt x="1980" y="2836"/>
                    <a:pt x="2222" y="2594"/>
                  </a:cubicBezTo>
                  <a:cubicBezTo>
                    <a:pt x="2594" y="2222"/>
                    <a:pt x="2675" y="1656"/>
                    <a:pt x="2455" y="1195"/>
                  </a:cubicBezTo>
                  <a:lnTo>
                    <a:pt x="3080" y="581"/>
                  </a:lnTo>
                  <a:cubicBezTo>
                    <a:pt x="2861" y="406"/>
                    <a:pt x="2664" y="223"/>
                    <a:pt x="25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481;p130">
              <a:extLst>
                <a:ext uri="{FF2B5EF4-FFF2-40B4-BE49-F238E27FC236}">
                  <a16:creationId xmlns:a16="http://schemas.microsoft.com/office/drawing/2014/main" id="{44575AC3-84E0-6196-6207-E3C3D6AB601C}"/>
                </a:ext>
              </a:extLst>
            </p:cNvPr>
            <p:cNvSpPr/>
            <p:nvPr/>
          </p:nvSpPr>
          <p:spPr>
            <a:xfrm>
              <a:off x="4252788" y="3173500"/>
              <a:ext cx="76725" cy="73700"/>
            </a:xfrm>
            <a:custGeom>
              <a:avLst/>
              <a:gdLst/>
              <a:ahLst/>
              <a:cxnLst/>
              <a:rect l="l" t="t" r="r" b="b"/>
              <a:pathLst>
                <a:path w="3069" h="2948" extrusionOk="0">
                  <a:moveTo>
                    <a:pt x="1720" y="0"/>
                  </a:moveTo>
                  <a:cubicBezTo>
                    <a:pt x="1405" y="0"/>
                    <a:pt x="1090" y="118"/>
                    <a:pt x="847" y="354"/>
                  </a:cubicBezTo>
                  <a:cubicBezTo>
                    <a:pt x="475" y="737"/>
                    <a:pt x="394" y="1304"/>
                    <a:pt x="614" y="1757"/>
                  </a:cubicBezTo>
                  <a:lnTo>
                    <a:pt x="0" y="2367"/>
                  </a:lnTo>
                  <a:cubicBezTo>
                    <a:pt x="208" y="2542"/>
                    <a:pt x="405" y="2740"/>
                    <a:pt x="580" y="2948"/>
                  </a:cubicBezTo>
                  <a:lnTo>
                    <a:pt x="1194" y="2334"/>
                  </a:lnTo>
                  <a:cubicBezTo>
                    <a:pt x="1355" y="2415"/>
                    <a:pt x="1541" y="2451"/>
                    <a:pt x="1725" y="2451"/>
                  </a:cubicBezTo>
                  <a:cubicBezTo>
                    <a:pt x="2038" y="2451"/>
                    <a:pt x="2349" y="2334"/>
                    <a:pt x="2594" y="2090"/>
                  </a:cubicBezTo>
                  <a:cubicBezTo>
                    <a:pt x="3069" y="1618"/>
                    <a:pt x="3069" y="840"/>
                    <a:pt x="2594" y="354"/>
                  </a:cubicBezTo>
                  <a:cubicBezTo>
                    <a:pt x="2351" y="118"/>
                    <a:pt x="2036" y="0"/>
                    <a:pt x="17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482;p130">
              <a:extLst>
                <a:ext uri="{FF2B5EF4-FFF2-40B4-BE49-F238E27FC236}">
                  <a16:creationId xmlns:a16="http://schemas.microsoft.com/office/drawing/2014/main" id="{8C50B3DD-C532-BDD9-3C93-69A4A85411AB}"/>
                </a:ext>
              </a:extLst>
            </p:cNvPr>
            <p:cNvSpPr/>
            <p:nvPr/>
          </p:nvSpPr>
          <p:spPr>
            <a:xfrm>
              <a:off x="4019363" y="3275225"/>
              <a:ext cx="81325" cy="61325"/>
            </a:xfrm>
            <a:custGeom>
              <a:avLst/>
              <a:gdLst/>
              <a:ahLst/>
              <a:cxnLst/>
              <a:rect l="l" t="t" r="r" b="b"/>
              <a:pathLst>
                <a:path w="3253" h="2453" extrusionOk="0">
                  <a:moveTo>
                    <a:pt x="1228" y="1"/>
                  </a:moveTo>
                  <a:cubicBezTo>
                    <a:pt x="545" y="1"/>
                    <a:pt x="1" y="556"/>
                    <a:pt x="1" y="1228"/>
                  </a:cubicBezTo>
                  <a:cubicBezTo>
                    <a:pt x="1" y="1909"/>
                    <a:pt x="545" y="2453"/>
                    <a:pt x="1228" y="2453"/>
                  </a:cubicBezTo>
                  <a:cubicBezTo>
                    <a:pt x="1759" y="2453"/>
                    <a:pt x="2211" y="2117"/>
                    <a:pt x="2383" y="1645"/>
                  </a:cubicBezTo>
                  <a:lnTo>
                    <a:pt x="3253" y="1645"/>
                  </a:lnTo>
                  <a:cubicBezTo>
                    <a:pt x="3242" y="1506"/>
                    <a:pt x="3228" y="1367"/>
                    <a:pt x="3228" y="1228"/>
                  </a:cubicBezTo>
                  <a:cubicBezTo>
                    <a:pt x="3228" y="1089"/>
                    <a:pt x="3242" y="962"/>
                    <a:pt x="3253" y="823"/>
                  </a:cubicBezTo>
                  <a:lnTo>
                    <a:pt x="2383" y="823"/>
                  </a:lnTo>
                  <a:cubicBezTo>
                    <a:pt x="2211" y="348"/>
                    <a:pt x="1759" y="1"/>
                    <a:pt x="12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83;p130">
              <a:extLst>
                <a:ext uri="{FF2B5EF4-FFF2-40B4-BE49-F238E27FC236}">
                  <a16:creationId xmlns:a16="http://schemas.microsoft.com/office/drawing/2014/main" id="{E4099D9A-5C32-8C69-4B59-668303A5F36A}"/>
                </a:ext>
              </a:extLst>
            </p:cNvPr>
            <p:cNvSpPr/>
            <p:nvPr/>
          </p:nvSpPr>
          <p:spPr>
            <a:xfrm>
              <a:off x="4287213" y="3275225"/>
              <a:ext cx="81325" cy="61325"/>
            </a:xfrm>
            <a:custGeom>
              <a:avLst/>
              <a:gdLst/>
              <a:ahLst/>
              <a:cxnLst/>
              <a:rect l="l" t="t" r="r" b="b"/>
              <a:pathLst>
                <a:path w="3253" h="2453" extrusionOk="0">
                  <a:moveTo>
                    <a:pt x="2025" y="1"/>
                  </a:moveTo>
                  <a:cubicBezTo>
                    <a:pt x="1494" y="1"/>
                    <a:pt x="1042" y="348"/>
                    <a:pt x="870" y="823"/>
                  </a:cubicBezTo>
                  <a:lnTo>
                    <a:pt x="0" y="823"/>
                  </a:lnTo>
                  <a:cubicBezTo>
                    <a:pt x="12" y="962"/>
                    <a:pt x="25" y="1089"/>
                    <a:pt x="25" y="1228"/>
                  </a:cubicBezTo>
                  <a:cubicBezTo>
                    <a:pt x="25" y="1367"/>
                    <a:pt x="12" y="1506"/>
                    <a:pt x="0" y="1645"/>
                  </a:cubicBezTo>
                  <a:lnTo>
                    <a:pt x="870" y="1645"/>
                  </a:lnTo>
                  <a:cubicBezTo>
                    <a:pt x="1042" y="2117"/>
                    <a:pt x="1494" y="2453"/>
                    <a:pt x="2025" y="2453"/>
                  </a:cubicBezTo>
                  <a:cubicBezTo>
                    <a:pt x="2708" y="2453"/>
                    <a:pt x="3252" y="1909"/>
                    <a:pt x="3252" y="1228"/>
                  </a:cubicBezTo>
                  <a:cubicBezTo>
                    <a:pt x="3252" y="556"/>
                    <a:pt x="2708" y="1"/>
                    <a:pt x="20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484;p130">
              <a:extLst>
                <a:ext uri="{FF2B5EF4-FFF2-40B4-BE49-F238E27FC236}">
                  <a16:creationId xmlns:a16="http://schemas.microsoft.com/office/drawing/2014/main" id="{4F6D27B4-9C69-DB6E-0082-D3CEBB5D1247}"/>
                </a:ext>
              </a:extLst>
            </p:cNvPr>
            <p:cNvSpPr/>
            <p:nvPr/>
          </p:nvSpPr>
          <p:spPr>
            <a:xfrm>
              <a:off x="4252788" y="3364575"/>
              <a:ext cx="76725" cy="73825"/>
            </a:xfrm>
            <a:custGeom>
              <a:avLst/>
              <a:gdLst/>
              <a:ahLst/>
              <a:cxnLst/>
              <a:rect l="l" t="t" r="r" b="b"/>
              <a:pathLst>
                <a:path w="3069" h="2953" extrusionOk="0">
                  <a:moveTo>
                    <a:pt x="580" y="1"/>
                  </a:moveTo>
                  <a:cubicBezTo>
                    <a:pt x="405" y="223"/>
                    <a:pt x="208" y="406"/>
                    <a:pt x="0" y="581"/>
                  </a:cubicBezTo>
                  <a:lnTo>
                    <a:pt x="614" y="1195"/>
                  </a:lnTo>
                  <a:cubicBezTo>
                    <a:pt x="394" y="1656"/>
                    <a:pt x="475" y="2222"/>
                    <a:pt x="847" y="2594"/>
                  </a:cubicBezTo>
                  <a:cubicBezTo>
                    <a:pt x="1089" y="2836"/>
                    <a:pt x="1402" y="2953"/>
                    <a:pt x="1725" y="2953"/>
                  </a:cubicBezTo>
                  <a:cubicBezTo>
                    <a:pt x="2038" y="2953"/>
                    <a:pt x="2349" y="2836"/>
                    <a:pt x="2594" y="2594"/>
                  </a:cubicBezTo>
                  <a:cubicBezTo>
                    <a:pt x="3069" y="2120"/>
                    <a:pt x="3069" y="1345"/>
                    <a:pt x="2594" y="859"/>
                  </a:cubicBezTo>
                  <a:cubicBezTo>
                    <a:pt x="2348" y="621"/>
                    <a:pt x="2028" y="502"/>
                    <a:pt x="1711" y="502"/>
                  </a:cubicBezTo>
                  <a:cubicBezTo>
                    <a:pt x="1533" y="502"/>
                    <a:pt x="1356" y="539"/>
                    <a:pt x="1194" y="614"/>
                  </a:cubicBezTo>
                  <a:lnTo>
                    <a:pt x="5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3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34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34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90"/>
          <p:cNvSpPr/>
          <p:nvPr/>
        </p:nvSpPr>
        <p:spPr>
          <a:xfrm>
            <a:off x="1670589" y="3448561"/>
            <a:ext cx="2299200" cy="338100"/>
          </a:xfrm>
          <a:prstGeom prst="roundRect">
            <a:avLst>
              <a:gd name="adj" fmla="val 44714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2" name="Google Shape;2052;p90"/>
          <p:cNvSpPr/>
          <p:nvPr/>
        </p:nvSpPr>
        <p:spPr>
          <a:xfrm>
            <a:off x="1670589" y="1861917"/>
            <a:ext cx="2299200" cy="338100"/>
          </a:xfrm>
          <a:prstGeom prst="roundRect">
            <a:avLst>
              <a:gd name="adj" fmla="val 44714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90"/>
          <p:cNvSpPr/>
          <p:nvPr/>
        </p:nvSpPr>
        <p:spPr>
          <a:xfrm>
            <a:off x="5177839" y="1861917"/>
            <a:ext cx="2299200" cy="338100"/>
          </a:xfrm>
          <a:prstGeom prst="roundRect">
            <a:avLst>
              <a:gd name="adj" fmla="val 44714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4" name="Google Shape;2054;p90"/>
          <p:cNvSpPr/>
          <p:nvPr/>
        </p:nvSpPr>
        <p:spPr>
          <a:xfrm>
            <a:off x="5177839" y="3448561"/>
            <a:ext cx="2299200" cy="338100"/>
          </a:xfrm>
          <a:prstGeom prst="roundRect">
            <a:avLst>
              <a:gd name="adj" fmla="val 44714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90"/>
          <p:cNvSpPr txBox="1">
            <a:spLocks noGrp="1"/>
          </p:cNvSpPr>
          <p:nvPr>
            <p:ph type="title"/>
          </p:nvPr>
        </p:nvSpPr>
        <p:spPr>
          <a:xfrm>
            <a:off x="720000" y="692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Directions</a:t>
            </a:r>
            <a:endParaRPr dirty="0"/>
          </a:p>
        </p:txBody>
      </p:sp>
      <p:sp>
        <p:nvSpPr>
          <p:cNvPr id="2056" name="Google Shape;2056;p90"/>
          <p:cNvSpPr txBox="1">
            <a:spLocks noGrp="1"/>
          </p:cNvSpPr>
          <p:nvPr>
            <p:ph type="title" idx="2"/>
          </p:nvPr>
        </p:nvSpPr>
        <p:spPr>
          <a:xfrm>
            <a:off x="1691745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 theme</a:t>
            </a:r>
            <a:endParaRPr dirty="0"/>
          </a:p>
        </p:txBody>
      </p:sp>
      <p:sp>
        <p:nvSpPr>
          <p:cNvPr id="2057" name="Google Shape;2057;p90"/>
          <p:cNvSpPr txBox="1">
            <a:spLocks noGrp="1"/>
          </p:cNvSpPr>
          <p:nvPr>
            <p:ph type="subTitle" idx="1"/>
          </p:nvPr>
        </p:nvSpPr>
        <p:spPr>
          <a:xfrm>
            <a:off x="1691745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Provide display customization</a:t>
            </a:r>
            <a:endParaRPr dirty="0"/>
          </a:p>
        </p:txBody>
      </p:sp>
      <p:sp>
        <p:nvSpPr>
          <p:cNvPr id="2058" name="Google Shape;2058;p90"/>
          <p:cNvSpPr txBox="1">
            <a:spLocks noGrp="1"/>
          </p:cNvSpPr>
          <p:nvPr>
            <p:ph type="title" idx="3"/>
          </p:nvPr>
        </p:nvSpPr>
        <p:spPr>
          <a:xfrm>
            <a:off x="5198995" y="1903017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Connect Users</a:t>
            </a:r>
            <a:endParaRPr dirty="0"/>
          </a:p>
        </p:txBody>
      </p:sp>
      <p:sp>
        <p:nvSpPr>
          <p:cNvPr id="2059" name="Google Shape;2059;p90"/>
          <p:cNvSpPr txBox="1">
            <a:spLocks noGrp="1"/>
          </p:cNvSpPr>
          <p:nvPr>
            <p:ph type="subTitle" idx="4"/>
          </p:nvPr>
        </p:nvSpPr>
        <p:spPr>
          <a:xfrm>
            <a:off x="5198995" y="22693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Include a scoreboard against other users</a:t>
            </a:r>
            <a:endParaRPr dirty="0"/>
          </a:p>
        </p:txBody>
      </p:sp>
      <p:sp>
        <p:nvSpPr>
          <p:cNvPr id="2060" name="Google Shape;2060;p90"/>
          <p:cNvSpPr txBox="1">
            <a:spLocks noGrp="1"/>
          </p:cNvSpPr>
          <p:nvPr>
            <p:ph type="title" idx="5"/>
          </p:nvPr>
        </p:nvSpPr>
        <p:spPr>
          <a:xfrm>
            <a:off x="1691745" y="3487204"/>
            <a:ext cx="2256900" cy="2607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Time taken</a:t>
            </a:r>
            <a:endParaRPr dirty="0"/>
          </a:p>
        </p:txBody>
      </p:sp>
      <p:sp>
        <p:nvSpPr>
          <p:cNvPr id="2061" name="Google Shape;2061;p90"/>
          <p:cNvSpPr txBox="1">
            <a:spLocks noGrp="1"/>
          </p:cNvSpPr>
          <p:nvPr>
            <p:ph type="subTitle" idx="6"/>
          </p:nvPr>
        </p:nvSpPr>
        <p:spPr>
          <a:xfrm>
            <a:off x="1691745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Use time taken to finish the level as a parameter for the </a:t>
            </a:r>
            <a:r>
              <a:rPr lang="en-US" dirty="0"/>
              <a:t>difficulty</a:t>
            </a:r>
            <a:r>
              <a:rPr lang="en" dirty="0"/>
              <a:t> level </a:t>
            </a:r>
            <a:endParaRPr dirty="0"/>
          </a:p>
        </p:txBody>
      </p:sp>
      <p:sp>
        <p:nvSpPr>
          <p:cNvPr id="2062" name="Google Shape;2062;p90"/>
          <p:cNvSpPr txBox="1">
            <a:spLocks noGrp="1"/>
          </p:cNvSpPr>
          <p:nvPr>
            <p:ph type="title" idx="7"/>
          </p:nvPr>
        </p:nvSpPr>
        <p:spPr>
          <a:xfrm>
            <a:off x="5198995" y="3487204"/>
            <a:ext cx="2256900" cy="2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Notes</a:t>
            </a:r>
            <a:endParaRPr dirty="0"/>
          </a:p>
        </p:txBody>
      </p:sp>
      <p:sp>
        <p:nvSpPr>
          <p:cNvPr id="2063" name="Google Shape;2063;p90"/>
          <p:cNvSpPr txBox="1">
            <a:spLocks noGrp="1"/>
          </p:cNvSpPr>
          <p:nvPr>
            <p:ph type="subTitle" idx="8"/>
          </p:nvPr>
        </p:nvSpPr>
        <p:spPr>
          <a:xfrm>
            <a:off x="5198995" y="3855175"/>
            <a:ext cx="22569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Add pencil mark mode for possible solutions</a:t>
            </a:r>
            <a:endParaRPr dirty="0"/>
          </a:p>
        </p:txBody>
      </p:sp>
      <p:grpSp>
        <p:nvGrpSpPr>
          <p:cNvPr id="2068" name="Google Shape;2068;p90"/>
          <p:cNvGrpSpPr/>
          <p:nvPr/>
        </p:nvGrpSpPr>
        <p:grpSpPr>
          <a:xfrm>
            <a:off x="6151474" y="1415026"/>
            <a:ext cx="351940" cy="350995"/>
            <a:chOff x="944600" y="3981825"/>
            <a:chExt cx="297750" cy="296950"/>
          </a:xfrm>
        </p:grpSpPr>
        <p:sp>
          <p:nvSpPr>
            <p:cNvPr id="2069" name="Google Shape;2069;p90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0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0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0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90"/>
          <p:cNvGrpSpPr/>
          <p:nvPr/>
        </p:nvGrpSpPr>
        <p:grpSpPr>
          <a:xfrm>
            <a:off x="2590260" y="1516069"/>
            <a:ext cx="342632" cy="226264"/>
            <a:chOff x="5358450" y="4015675"/>
            <a:chExt cx="289875" cy="191425"/>
          </a:xfrm>
        </p:grpSpPr>
        <p:sp>
          <p:nvSpPr>
            <p:cNvPr id="2074" name="Google Shape;2074;p90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0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90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90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6" name="Google Shape;2086;p90"/>
          <p:cNvGrpSpPr/>
          <p:nvPr/>
        </p:nvGrpSpPr>
        <p:grpSpPr>
          <a:xfrm>
            <a:off x="902825" y="1521400"/>
            <a:ext cx="7411200" cy="2782025"/>
            <a:chOff x="2856400" y="1669525"/>
            <a:chExt cx="7411200" cy="2782025"/>
          </a:xfrm>
        </p:grpSpPr>
        <p:sp>
          <p:nvSpPr>
            <p:cNvPr id="2087" name="Google Shape;2087;p90"/>
            <p:cNvSpPr/>
            <p:nvPr/>
          </p:nvSpPr>
          <p:spPr>
            <a:xfrm>
              <a:off x="2856400" y="1669525"/>
              <a:ext cx="356425" cy="355650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90"/>
            <p:cNvSpPr/>
            <p:nvPr/>
          </p:nvSpPr>
          <p:spPr>
            <a:xfrm>
              <a:off x="10016825" y="420077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4403;p130">
            <a:extLst>
              <a:ext uri="{FF2B5EF4-FFF2-40B4-BE49-F238E27FC236}">
                <a16:creationId xmlns:a16="http://schemas.microsoft.com/office/drawing/2014/main" id="{C574DF21-AF96-3DCC-D6EF-15F18AC42394}"/>
              </a:ext>
            </a:extLst>
          </p:cNvPr>
          <p:cNvGrpSpPr/>
          <p:nvPr/>
        </p:nvGrpSpPr>
        <p:grpSpPr>
          <a:xfrm>
            <a:off x="6236194" y="3033685"/>
            <a:ext cx="351525" cy="347975"/>
            <a:chOff x="2515138" y="3694975"/>
            <a:chExt cx="351525" cy="347975"/>
          </a:xfrm>
        </p:grpSpPr>
        <p:sp>
          <p:nvSpPr>
            <p:cNvPr id="13" name="Google Shape;4404;p130">
              <a:extLst>
                <a:ext uri="{FF2B5EF4-FFF2-40B4-BE49-F238E27FC236}">
                  <a16:creationId xmlns:a16="http://schemas.microsoft.com/office/drawing/2014/main" id="{C7A052FC-2A3C-F40E-C3D9-E2FE7B3C8CF1}"/>
                </a:ext>
              </a:extLst>
            </p:cNvPr>
            <p:cNvSpPr/>
            <p:nvPr/>
          </p:nvSpPr>
          <p:spPr>
            <a:xfrm>
              <a:off x="2515138" y="3797100"/>
              <a:ext cx="225100" cy="245850"/>
            </a:xfrm>
            <a:custGeom>
              <a:avLst/>
              <a:gdLst/>
              <a:ahLst/>
              <a:cxnLst/>
              <a:rect l="l" t="t" r="r" b="b"/>
              <a:pathLst>
                <a:path w="9004" h="9834" extrusionOk="0">
                  <a:moveTo>
                    <a:pt x="6954" y="820"/>
                  </a:moveTo>
                  <a:cubicBezTo>
                    <a:pt x="7187" y="820"/>
                    <a:pt x="7371" y="1006"/>
                    <a:pt x="7371" y="1236"/>
                  </a:cubicBezTo>
                  <a:cubicBezTo>
                    <a:pt x="7371" y="1458"/>
                    <a:pt x="7187" y="1642"/>
                    <a:pt x="6954" y="1642"/>
                  </a:cubicBezTo>
                  <a:lnTo>
                    <a:pt x="2050" y="1642"/>
                  </a:lnTo>
                  <a:cubicBezTo>
                    <a:pt x="1817" y="1642"/>
                    <a:pt x="1633" y="1458"/>
                    <a:pt x="1633" y="1236"/>
                  </a:cubicBezTo>
                  <a:cubicBezTo>
                    <a:pt x="1633" y="1006"/>
                    <a:pt x="1817" y="820"/>
                    <a:pt x="2050" y="820"/>
                  </a:cubicBezTo>
                  <a:close/>
                  <a:moveTo>
                    <a:pt x="1" y="0"/>
                  </a:moveTo>
                  <a:lnTo>
                    <a:pt x="1" y="8595"/>
                  </a:lnTo>
                  <a:cubicBezTo>
                    <a:pt x="1" y="9278"/>
                    <a:pt x="545" y="9834"/>
                    <a:pt x="1228" y="9834"/>
                  </a:cubicBezTo>
                  <a:lnTo>
                    <a:pt x="7776" y="9834"/>
                  </a:lnTo>
                  <a:cubicBezTo>
                    <a:pt x="8448" y="9834"/>
                    <a:pt x="9004" y="9278"/>
                    <a:pt x="9004" y="8595"/>
                  </a:cubicBezTo>
                  <a:lnTo>
                    <a:pt x="9004" y="6201"/>
                  </a:lnTo>
                  <a:lnTo>
                    <a:pt x="7904" y="7301"/>
                  </a:lnTo>
                  <a:cubicBezTo>
                    <a:pt x="7835" y="7371"/>
                    <a:pt x="7765" y="7415"/>
                    <a:pt x="7696" y="7473"/>
                  </a:cubicBezTo>
                  <a:lnTo>
                    <a:pt x="5566" y="8817"/>
                  </a:lnTo>
                  <a:cubicBezTo>
                    <a:pt x="5371" y="8942"/>
                    <a:pt x="5149" y="9012"/>
                    <a:pt x="4908" y="9012"/>
                  </a:cubicBezTo>
                  <a:cubicBezTo>
                    <a:pt x="4583" y="9012"/>
                    <a:pt x="4272" y="8887"/>
                    <a:pt x="4038" y="8653"/>
                  </a:cubicBezTo>
                  <a:cubicBezTo>
                    <a:pt x="3913" y="8515"/>
                    <a:pt x="3808" y="8365"/>
                    <a:pt x="3750" y="8193"/>
                  </a:cubicBezTo>
                  <a:lnTo>
                    <a:pt x="2050" y="8193"/>
                  </a:lnTo>
                  <a:cubicBezTo>
                    <a:pt x="1817" y="8193"/>
                    <a:pt x="1633" y="8006"/>
                    <a:pt x="1633" y="7787"/>
                  </a:cubicBezTo>
                  <a:cubicBezTo>
                    <a:pt x="1633" y="7554"/>
                    <a:pt x="1817" y="7371"/>
                    <a:pt x="2050" y="7371"/>
                  </a:cubicBezTo>
                  <a:lnTo>
                    <a:pt x="3750" y="7371"/>
                  </a:lnTo>
                  <a:cubicBezTo>
                    <a:pt x="3786" y="7290"/>
                    <a:pt x="3819" y="7207"/>
                    <a:pt x="3877" y="7126"/>
                  </a:cubicBezTo>
                  <a:lnTo>
                    <a:pt x="4236" y="6560"/>
                  </a:lnTo>
                  <a:lnTo>
                    <a:pt x="2050" y="6560"/>
                  </a:lnTo>
                  <a:cubicBezTo>
                    <a:pt x="1817" y="6560"/>
                    <a:pt x="1633" y="6374"/>
                    <a:pt x="1633" y="6143"/>
                  </a:cubicBezTo>
                  <a:cubicBezTo>
                    <a:pt x="1633" y="5924"/>
                    <a:pt x="1817" y="5738"/>
                    <a:pt x="2050" y="5738"/>
                  </a:cubicBezTo>
                  <a:lnTo>
                    <a:pt x="4758" y="5738"/>
                  </a:lnTo>
                  <a:lnTo>
                    <a:pt x="5219" y="4999"/>
                  </a:lnTo>
                  <a:cubicBezTo>
                    <a:pt x="5244" y="4974"/>
                    <a:pt x="5266" y="4941"/>
                    <a:pt x="5288" y="4916"/>
                  </a:cubicBezTo>
                  <a:lnTo>
                    <a:pt x="2050" y="4916"/>
                  </a:lnTo>
                  <a:cubicBezTo>
                    <a:pt x="1817" y="4916"/>
                    <a:pt x="1633" y="4732"/>
                    <a:pt x="1633" y="4513"/>
                  </a:cubicBezTo>
                  <a:cubicBezTo>
                    <a:pt x="1633" y="4280"/>
                    <a:pt x="1817" y="4096"/>
                    <a:pt x="2050" y="4096"/>
                  </a:cubicBezTo>
                  <a:lnTo>
                    <a:pt x="6088" y="4096"/>
                  </a:lnTo>
                  <a:lnTo>
                    <a:pt x="6910" y="3286"/>
                  </a:lnTo>
                  <a:lnTo>
                    <a:pt x="2050" y="3286"/>
                  </a:lnTo>
                  <a:cubicBezTo>
                    <a:pt x="1817" y="3286"/>
                    <a:pt x="1633" y="3100"/>
                    <a:pt x="1633" y="2869"/>
                  </a:cubicBezTo>
                  <a:cubicBezTo>
                    <a:pt x="1633" y="2650"/>
                    <a:pt x="1817" y="2464"/>
                    <a:pt x="2050" y="2464"/>
                  </a:cubicBezTo>
                  <a:lnTo>
                    <a:pt x="6954" y="2464"/>
                  </a:lnTo>
                  <a:cubicBezTo>
                    <a:pt x="7162" y="2464"/>
                    <a:pt x="7337" y="2614"/>
                    <a:pt x="7360" y="2822"/>
                  </a:cubicBezTo>
                  <a:lnTo>
                    <a:pt x="9004" y="1181"/>
                  </a:lnTo>
                  <a:lnTo>
                    <a:pt x="90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405;p130">
              <a:extLst>
                <a:ext uri="{FF2B5EF4-FFF2-40B4-BE49-F238E27FC236}">
                  <a16:creationId xmlns:a16="http://schemas.microsoft.com/office/drawing/2014/main" id="{2BDE03E3-1925-5A13-A1F9-7243ABC908FE}"/>
                </a:ext>
              </a:extLst>
            </p:cNvPr>
            <p:cNvSpPr/>
            <p:nvPr/>
          </p:nvSpPr>
          <p:spPr>
            <a:xfrm>
              <a:off x="2515138" y="3715175"/>
              <a:ext cx="225100" cy="61675"/>
            </a:xfrm>
            <a:custGeom>
              <a:avLst/>
              <a:gdLst/>
              <a:ahLst/>
              <a:cxnLst/>
              <a:rect l="l" t="t" r="r" b="b"/>
              <a:pathLst>
                <a:path w="9004" h="2467" extrusionOk="0">
                  <a:moveTo>
                    <a:pt x="1228" y="1"/>
                  </a:moveTo>
                  <a:cubicBezTo>
                    <a:pt x="545" y="1"/>
                    <a:pt x="1" y="556"/>
                    <a:pt x="1" y="1239"/>
                  </a:cubicBezTo>
                  <a:lnTo>
                    <a:pt x="1" y="2467"/>
                  </a:lnTo>
                  <a:lnTo>
                    <a:pt x="9004" y="2467"/>
                  </a:lnTo>
                  <a:lnTo>
                    <a:pt x="9004" y="1239"/>
                  </a:lnTo>
                  <a:cubicBezTo>
                    <a:pt x="9004" y="556"/>
                    <a:pt x="8448" y="1"/>
                    <a:pt x="7776" y="1"/>
                  </a:cubicBezTo>
                  <a:lnTo>
                    <a:pt x="7371" y="1"/>
                  </a:lnTo>
                  <a:lnTo>
                    <a:pt x="7371" y="1239"/>
                  </a:lnTo>
                  <a:cubicBezTo>
                    <a:pt x="7371" y="1458"/>
                    <a:pt x="7187" y="1645"/>
                    <a:pt x="6954" y="1645"/>
                  </a:cubicBezTo>
                  <a:cubicBezTo>
                    <a:pt x="6735" y="1645"/>
                    <a:pt x="6552" y="1458"/>
                    <a:pt x="6552" y="1239"/>
                  </a:cubicBezTo>
                  <a:lnTo>
                    <a:pt x="6552" y="1"/>
                  </a:lnTo>
                  <a:lnTo>
                    <a:pt x="5730" y="1"/>
                  </a:lnTo>
                  <a:lnTo>
                    <a:pt x="5730" y="1239"/>
                  </a:lnTo>
                  <a:cubicBezTo>
                    <a:pt x="5730" y="1458"/>
                    <a:pt x="5543" y="1645"/>
                    <a:pt x="5324" y="1645"/>
                  </a:cubicBezTo>
                  <a:cubicBezTo>
                    <a:pt x="5094" y="1645"/>
                    <a:pt x="4908" y="1458"/>
                    <a:pt x="4908" y="1239"/>
                  </a:cubicBezTo>
                  <a:lnTo>
                    <a:pt x="4908" y="1"/>
                  </a:lnTo>
                  <a:lnTo>
                    <a:pt x="4086" y="1"/>
                  </a:lnTo>
                  <a:lnTo>
                    <a:pt x="4086" y="1239"/>
                  </a:lnTo>
                  <a:cubicBezTo>
                    <a:pt x="4086" y="1458"/>
                    <a:pt x="3913" y="1645"/>
                    <a:pt x="3680" y="1645"/>
                  </a:cubicBezTo>
                  <a:cubicBezTo>
                    <a:pt x="3461" y="1645"/>
                    <a:pt x="3275" y="1458"/>
                    <a:pt x="3275" y="1239"/>
                  </a:cubicBezTo>
                  <a:lnTo>
                    <a:pt x="3275" y="1"/>
                  </a:lnTo>
                  <a:lnTo>
                    <a:pt x="2455" y="1"/>
                  </a:lnTo>
                  <a:lnTo>
                    <a:pt x="2455" y="1239"/>
                  </a:lnTo>
                  <a:cubicBezTo>
                    <a:pt x="2455" y="1458"/>
                    <a:pt x="2269" y="1645"/>
                    <a:pt x="2050" y="1645"/>
                  </a:cubicBezTo>
                  <a:cubicBezTo>
                    <a:pt x="1817" y="1645"/>
                    <a:pt x="1633" y="1458"/>
                    <a:pt x="1633" y="1239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406;p130">
              <a:extLst>
                <a:ext uri="{FF2B5EF4-FFF2-40B4-BE49-F238E27FC236}">
                  <a16:creationId xmlns:a16="http://schemas.microsoft.com/office/drawing/2014/main" id="{4362E6F8-1135-98F0-53C2-BEF7216E5286}"/>
                </a:ext>
              </a:extLst>
            </p:cNvPr>
            <p:cNvSpPr/>
            <p:nvPr/>
          </p:nvSpPr>
          <p:spPr>
            <a:xfrm>
              <a:off x="2678913" y="3694975"/>
              <a:ext cx="20500" cy="20225"/>
            </a:xfrm>
            <a:custGeom>
              <a:avLst/>
              <a:gdLst/>
              <a:ahLst/>
              <a:cxnLst/>
              <a:rect l="l" t="t" r="r" b="b"/>
              <a:pathLst>
                <a:path w="820" h="809" extrusionOk="0">
                  <a:moveTo>
                    <a:pt x="403" y="0"/>
                  </a:moveTo>
                  <a:cubicBezTo>
                    <a:pt x="184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20" y="809"/>
                  </a:lnTo>
                  <a:lnTo>
                    <a:pt x="820" y="406"/>
                  </a:lnTo>
                  <a:cubicBezTo>
                    <a:pt x="820" y="173"/>
                    <a:pt x="636" y="0"/>
                    <a:pt x="4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407;p130">
              <a:extLst>
                <a:ext uri="{FF2B5EF4-FFF2-40B4-BE49-F238E27FC236}">
                  <a16:creationId xmlns:a16="http://schemas.microsoft.com/office/drawing/2014/main" id="{FFC5AB6B-6D97-C223-9E1D-FEBF91A9683F}"/>
                </a:ext>
              </a:extLst>
            </p:cNvPr>
            <p:cNvSpPr/>
            <p:nvPr/>
          </p:nvSpPr>
          <p:spPr>
            <a:xfrm>
              <a:off x="2637813" y="3694975"/>
              <a:ext cx="20575" cy="20225"/>
            </a:xfrm>
            <a:custGeom>
              <a:avLst/>
              <a:gdLst/>
              <a:ahLst/>
              <a:cxnLst/>
              <a:rect l="l" t="t" r="r" b="b"/>
              <a:pathLst>
                <a:path w="823" h="809" extrusionOk="0">
                  <a:moveTo>
                    <a:pt x="417" y="0"/>
                  </a:moveTo>
                  <a:cubicBezTo>
                    <a:pt x="187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23" y="809"/>
                  </a:lnTo>
                  <a:lnTo>
                    <a:pt x="823" y="406"/>
                  </a:lnTo>
                  <a:cubicBezTo>
                    <a:pt x="823" y="173"/>
                    <a:pt x="636" y="0"/>
                    <a:pt x="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408;p130">
              <a:extLst>
                <a:ext uri="{FF2B5EF4-FFF2-40B4-BE49-F238E27FC236}">
                  <a16:creationId xmlns:a16="http://schemas.microsoft.com/office/drawing/2014/main" id="{6591F34F-EC7B-5433-C26B-296D732657D9}"/>
                </a:ext>
              </a:extLst>
            </p:cNvPr>
            <p:cNvSpPr/>
            <p:nvPr/>
          </p:nvSpPr>
          <p:spPr>
            <a:xfrm>
              <a:off x="2596988" y="3694975"/>
              <a:ext cx="20300" cy="20225"/>
            </a:xfrm>
            <a:custGeom>
              <a:avLst/>
              <a:gdLst/>
              <a:ahLst/>
              <a:cxnLst/>
              <a:rect l="l" t="t" r="r" b="b"/>
              <a:pathLst>
                <a:path w="812" h="809" extrusionOk="0">
                  <a:moveTo>
                    <a:pt x="406" y="0"/>
                  </a:moveTo>
                  <a:cubicBezTo>
                    <a:pt x="187" y="0"/>
                    <a:pt x="1" y="173"/>
                    <a:pt x="1" y="406"/>
                  </a:cubicBezTo>
                  <a:lnTo>
                    <a:pt x="1" y="809"/>
                  </a:lnTo>
                  <a:lnTo>
                    <a:pt x="812" y="809"/>
                  </a:lnTo>
                  <a:lnTo>
                    <a:pt x="812" y="406"/>
                  </a:lnTo>
                  <a:cubicBezTo>
                    <a:pt x="812" y="173"/>
                    <a:pt x="639" y="0"/>
                    <a:pt x="4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409;p130">
              <a:extLst>
                <a:ext uri="{FF2B5EF4-FFF2-40B4-BE49-F238E27FC236}">
                  <a16:creationId xmlns:a16="http://schemas.microsoft.com/office/drawing/2014/main" id="{D5C74AEB-D2A1-00F9-E9ED-B1152CA7544C}"/>
                </a:ext>
              </a:extLst>
            </p:cNvPr>
            <p:cNvSpPr/>
            <p:nvPr/>
          </p:nvSpPr>
          <p:spPr>
            <a:xfrm>
              <a:off x="2555963" y="3694975"/>
              <a:ext cx="20575" cy="20225"/>
            </a:xfrm>
            <a:custGeom>
              <a:avLst/>
              <a:gdLst/>
              <a:ahLst/>
              <a:cxnLst/>
              <a:rect l="l" t="t" r="r" b="b"/>
              <a:pathLst>
                <a:path w="823" h="809" extrusionOk="0">
                  <a:moveTo>
                    <a:pt x="417" y="0"/>
                  </a:moveTo>
                  <a:cubicBezTo>
                    <a:pt x="184" y="0"/>
                    <a:pt x="0" y="173"/>
                    <a:pt x="0" y="406"/>
                  </a:cubicBezTo>
                  <a:lnTo>
                    <a:pt x="0" y="809"/>
                  </a:lnTo>
                  <a:lnTo>
                    <a:pt x="822" y="809"/>
                  </a:lnTo>
                  <a:lnTo>
                    <a:pt x="822" y="406"/>
                  </a:lnTo>
                  <a:cubicBezTo>
                    <a:pt x="822" y="173"/>
                    <a:pt x="636" y="0"/>
                    <a:pt x="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410;p130">
              <a:extLst>
                <a:ext uri="{FF2B5EF4-FFF2-40B4-BE49-F238E27FC236}">
                  <a16:creationId xmlns:a16="http://schemas.microsoft.com/office/drawing/2014/main" id="{0656B39E-DF62-6D51-4C55-35E7F117F6C4}"/>
                </a:ext>
              </a:extLst>
            </p:cNvPr>
            <p:cNvSpPr/>
            <p:nvPr/>
          </p:nvSpPr>
          <p:spPr>
            <a:xfrm>
              <a:off x="2670788" y="3838125"/>
              <a:ext cx="120625" cy="120675"/>
            </a:xfrm>
            <a:custGeom>
              <a:avLst/>
              <a:gdLst/>
              <a:ahLst/>
              <a:cxnLst/>
              <a:rect l="l" t="t" r="r" b="b"/>
              <a:pathLst>
                <a:path w="4825" h="4827" extrusionOk="0">
                  <a:moveTo>
                    <a:pt x="3472" y="1"/>
                  </a:moveTo>
                  <a:lnTo>
                    <a:pt x="1" y="3483"/>
                  </a:lnTo>
                  <a:lnTo>
                    <a:pt x="1342" y="4827"/>
                  </a:lnTo>
                  <a:lnTo>
                    <a:pt x="4824" y="1356"/>
                  </a:lnTo>
                  <a:lnTo>
                    <a:pt x="34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411;p130">
              <a:extLst>
                <a:ext uri="{FF2B5EF4-FFF2-40B4-BE49-F238E27FC236}">
                  <a16:creationId xmlns:a16="http://schemas.microsoft.com/office/drawing/2014/main" id="{F21190B2-D6D2-BB4B-4B42-35F9D3C45833}"/>
                </a:ext>
              </a:extLst>
            </p:cNvPr>
            <p:cNvSpPr/>
            <p:nvPr/>
          </p:nvSpPr>
          <p:spPr>
            <a:xfrm>
              <a:off x="2772013" y="3809250"/>
              <a:ext cx="48350" cy="48275"/>
            </a:xfrm>
            <a:custGeom>
              <a:avLst/>
              <a:gdLst/>
              <a:ahLst/>
              <a:cxnLst/>
              <a:rect l="l" t="t" r="r" b="b"/>
              <a:pathLst>
                <a:path w="1934" h="1931" extrusionOk="0">
                  <a:moveTo>
                    <a:pt x="581" y="0"/>
                  </a:moveTo>
                  <a:lnTo>
                    <a:pt x="0" y="578"/>
                  </a:lnTo>
                  <a:lnTo>
                    <a:pt x="1345" y="1930"/>
                  </a:lnTo>
                  <a:lnTo>
                    <a:pt x="1933" y="1353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412;p130">
              <a:extLst>
                <a:ext uri="{FF2B5EF4-FFF2-40B4-BE49-F238E27FC236}">
                  <a16:creationId xmlns:a16="http://schemas.microsoft.com/office/drawing/2014/main" id="{C6E5BC47-1F08-3E0E-47F5-7607B6B73C39}"/>
                </a:ext>
              </a:extLst>
            </p:cNvPr>
            <p:cNvSpPr/>
            <p:nvPr/>
          </p:nvSpPr>
          <p:spPr>
            <a:xfrm>
              <a:off x="2800963" y="3765250"/>
              <a:ext cx="65700" cy="63400"/>
            </a:xfrm>
            <a:custGeom>
              <a:avLst/>
              <a:gdLst/>
              <a:ahLst/>
              <a:cxnLst/>
              <a:rect l="l" t="t" r="r" b="b"/>
              <a:pathLst>
                <a:path w="2628" h="2536" extrusionOk="0">
                  <a:moveTo>
                    <a:pt x="1583" y="0"/>
                  </a:moveTo>
                  <a:cubicBezTo>
                    <a:pt x="1339" y="0"/>
                    <a:pt x="1093" y="93"/>
                    <a:pt x="903" y="277"/>
                  </a:cubicBezTo>
                  <a:lnTo>
                    <a:pt x="0" y="1180"/>
                  </a:lnTo>
                  <a:lnTo>
                    <a:pt x="1353" y="2535"/>
                  </a:lnTo>
                  <a:lnTo>
                    <a:pt x="2255" y="1633"/>
                  </a:lnTo>
                  <a:cubicBezTo>
                    <a:pt x="2628" y="1249"/>
                    <a:pt x="2628" y="650"/>
                    <a:pt x="2255" y="277"/>
                  </a:cubicBezTo>
                  <a:cubicBezTo>
                    <a:pt x="2071" y="93"/>
                    <a:pt x="1828" y="0"/>
                    <a:pt x="1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413;p130">
              <a:extLst>
                <a:ext uri="{FF2B5EF4-FFF2-40B4-BE49-F238E27FC236}">
                  <a16:creationId xmlns:a16="http://schemas.microsoft.com/office/drawing/2014/main" id="{CE335B18-57A5-E2C6-B471-28B1D68EC5A8}"/>
                </a:ext>
              </a:extLst>
            </p:cNvPr>
            <p:cNvSpPr/>
            <p:nvPr/>
          </p:nvSpPr>
          <p:spPr>
            <a:xfrm>
              <a:off x="2626838" y="3941150"/>
              <a:ext cx="61600" cy="60725"/>
            </a:xfrm>
            <a:custGeom>
              <a:avLst/>
              <a:gdLst/>
              <a:ahLst/>
              <a:cxnLst/>
              <a:rect l="l" t="t" r="r" b="b"/>
              <a:pathLst>
                <a:path w="2464" h="2429" extrusionOk="0">
                  <a:moveTo>
                    <a:pt x="1237" y="1"/>
                  </a:moveTo>
                  <a:lnTo>
                    <a:pt x="92" y="1806"/>
                  </a:lnTo>
                  <a:cubicBezTo>
                    <a:pt x="1" y="1967"/>
                    <a:pt x="23" y="2175"/>
                    <a:pt x="151" y="2314"/>
                  </a:cubicBezTo>
                  <a:cubicBezTo>
                    <a:pt x="233" y="2389"/>
                    <a:pt x="339" y="2428"/>
                    <a:pt x="446" y="2428"/>
                  </a:cubicBezTo>
                  <a:cubicBezTo>
                    <a:pt x="519" y="2428"/>
                    <a:pt x="593" y="2410"/>
                    <a:pt x="659" y="2372"/>
                  </a:cubicBezTo>
                  <a:lnTo>
                    <a:pt x="2464" y="1225"/>
                  </a:lnTo>
                  <a:lnTo>
                    <a:pt x="12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0179;p148">
            <a:extLst>
              <a:ext uri="{FF2B5EF4-FFF2-40B4-BE49-F238E27FC236}">
                <a16:creationId xmlns:a16="http://schemas.microsoft.com/office/drawing/2014/main" id="{D9778212-B961-BDB0-394D-642BFBD05C5D}"/>
              </a:ext>
            </a:extLst>
          </p:cNvPr>
          <p:cNvGrpSpPr/>
          <p:nvPr/>
        </p:nvGrpSpPr>
        <p:grpSpPr>
          <a:xfrm>
            <a:off x="2610055" y="3022532"/>
            <a:ext cx="339253" cy="339253"/>
            <a:chOff x="3271200" y="1435075"/>
            <a:chExt cx="481825" cy="481825"/>
          </a:xfrm>
          <a:solidFill>
            <a:srgbClr val="EA51C2"/>
          </a:solidFill>
        </p:grpSpPr>
        <p:sp>
          <p:nvSpPr>
            <p:cNvPr id="24" name="Google Shape;10180;p148">
              <a:extLst>
                <a:ext uri="{FF2B5EF4-FFF2-40B4-BE49-F238E27FC236}">
                  <a16:creationId xmlns:a16="http://schemas.microsoft.com/office/drawing/2014/main" id="{18D8E137-172C-8B00-B22D-222715EA4F26}"/>
                </a:ext>
              </a:extLst>
            </p:cNvPr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10181;p148">
              <a:extLst>
                <a:ext uri="{FF2B5EF4-FFF2-40B4-BE49-F238E27FC236}">
                  <a16:creationId xmlns:a16="http://schemas.microsoft.com/office/drawing/2014/main" id="{BF4FE97A-3B69-F6A7-8655-8A66C8D5A7B0}"/>
                </a:ext>
              </a:extLst>
            </p:cNvPr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93"/>
          <p:cNvSpPr/>
          <p:nvPr/>
        </p:nvSpPr>
        <p:spPr>
          <a:xfrm>
            <a:off x="8013100" y="5401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93"/>
          <p:cNvSpPr/>
          <p:nvPr/>
        </p:nvSpPr>
        <p:spPr>
          <a:xfrm>
            <a:off x="3353075" y="431390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93"/>
          <p:cNvSpPr txBox="1">
            <a:spLocks noGrp="1"/>
          </p:cNvSpPr>
          <p:nvPr>
            <p:ph type="title"/>
          </p:nvPr>
        </p:nvSpPr>
        <p:spPr>
          <a:xfrm>
            <a:off x="2060993" y="1717300"/>
            <a:ext cx="5016300" cy="17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</a:t>
            </a:r>
            <a:endParaRPr dirty="0"/>
          </a:p>
        </p:txBody>
      </p:sp>
      <p:grpSp>
        <p:nvGrpSpPr>
          <p:cNvPr id="2225" name="Google Shape;2225;p93"/>
          <p:cNvGrpSpPr/>
          <p:nvPr/>
        </p:nvGrpSpPr>
        <p:grpSpPr>
          <a:xfrm>
            <a:off x="7088092" y="2948651"/>
            <a:ext cx="1335901" cy="888060"/>
            <a:chOff x="3903179" y="2390563"/>
            <a:chExt cx="1335901" cy="888060"/>
          </a:xfrm>
        </p:grpSpPr>
        <p:grpSp>
          <p:nvGrpSpPr>
            <p:cNvPr id="2226" name="Google Shape;2226;p93"/>
            <p:cNvGrpSpPr/>
            <p:nvPr/>
          </p:nvGrpSpPr>
          <p:grpSpPr>
            <a:xfrm>
              <a:off x="3903179" y="2390563"/>
              <a:ext cx="1335901" cy="888060"/>
              <a:chOff x="4981963" y="3755000"/>
              <a:chExt cx="1001575" cy="735575"/>
            </a:xfrm>
          </p:grpSpPr>
          <p:sp>
            <p:nvSpPr>
              <p:cNvPr id="2227" name="Google Shape;2227;p93"/>
              <p:cNvSpPr/>
              <p:nvPr/>
            </p:nvSpPr>
            <p:spPr>
              <a:xfrm>
                <a:off x="4981963" y="3755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76200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93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93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93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1" name="Google Shape;2231;p93"/>
            <p:cNvGrpSpPr/>
            <p:nvPr/>
          </p:nvGrpSpPr>
          <p:grpSpPr>
            <a:xfrm>
              <a:off x="4037359" y="2434200"/>
              <a:ext cx="468224" cy="468207"/>
              <a:chOff x="5921438" y="1923500"/>
              <a:chExt cx="707500" cy="707475"/>
            </a:xfrm>
          </p:grpSpPr>
          <p:sp>
            <p:nvSpPr>
              <p:cNvPr id="2232" name="Google Shape;2232;p93"/>
              <p:cNvSpPr/>
              <p:nvPr/>
            </p:nvSpPr>
            <p:spPr>
              <a:xfrm>
                <a:off x="5921438" y="1923500"/>
                <a:ext cx="707500" cy="707475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93"/>
              <p:cNvSpPr/>
              <p:nvPr/>
            </p:nvSpPr>
            <p:spPr>
              <a:xfrm>
                <a:off x="6070750" y="2199097"/>
                <a:ext cx="404418" cy="244866"/>
              </a:xfrm>
              <a:custGeom>
                <a:avLst/>
                <a:gdLst/>
                <a:ahLst/>
                <a:cxnLst/>
                <a:rect l="l" t="t" r="r" b="b"/>
                <a:pathLst>
                  <a:path w="18876" h="11429" extrusionOk="0">
                    <a:moveTo>
                      <a:pt x="11976" y="0"/>
                    </a:moveTo>
                    <a:lnTo>
                      <a:pt x="8085" y="6262"/>
                    </a:lnTo>
                    <a:lnTo>
                      <a:pt x="5654" y="2249"/>
                    </a:lnTo>
                    <a:lnTo>
                      <a:pt x="0" y="11429"/>
                    </a:lnTo>
                    <a:lnTo>
                      <a:pt x="18876" y="11429"/>
                    </a:lnTo>
                    <a:lnTo>
                      <a:pt x="119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93"/>
              <p:cNvSpPr/>
              <p:nvPr/>
            </p:nvSpPr>
            <p:spPr>
              <a:xfrm>
                <a:off x="6146294" y="2120938"/>
                <a:ext cx="89878" cy="89899"/>
              </a:xfrm>
              <a:custGeom>
                <a:avLst/>
                <a:gdLst/>
                <a:ahLst/>
                <a:cxnLst/>
                <a:rect l="l" t="t" r="r" b="b"/>
                <a:pathLst>
                  <a:path w="4195" h="4196" extrusionOk="0">
                    <a:moveTo>
                      <a:pt x="2097" y="1"/>
                    </a:moveTo>
                    <a:cubicBezTo>
                      <a:pt x="942" y="1"/>
                      <a:pt x="0" y="943"/>
                      <a:pt x="0" y="2098"/>
                    </a:cubicBezTo>
                    <a:cubicBezTo>
                      <a:pt x="0" y="3223"/>
                      <a:pt x="942" y="4195"/>
                      <a:pt x="2097" y="4195"/>
                    </a:cubicBezTo>
                    <a:cubicBezTo>
                      <a:pt x="3222" y="4195"/>
                      <a:pt x="4195" y="3223"/>
                      <a:pt x="4195" y="2098"/>
                    </a:cubicBezTo>
                    <a:cubicBezTo>
                      <a:pt x="4195" y="943"/>
                      <a:pt x="3222" y="1"/>
                      <a:pt x="209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5" name="Google Shape;2235;p93"/>
            <p:cNvGrpSpPr/>
            <p:nvPr/>
          </p:nvGrpSpPr>
          <p:grpSpPr>
            <a:xfrm>
              <a:off x="4571821" y="2645769"/>
              <a:ext cx="500473" cy="228451"/>
              <a:chOff x="5092913" y="4207125"/>
              <a:chExt cx="779675" cy="189225"/>
            </a:xfrm>
          </p:grpSpPr>
          <p:sp>
            <p:nvSpPr>
              <p:cNvPr id="2236" name="Google Shape;2236;p93"/>
              <p:cNvSpPr/>
              <p:nvPr/>
            </p:nvSpPr>
            <p:spPr>
              <a:xfrm>
                <a:off x="5092913" y="4207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93"/>
              <p:cNvSpPr/>
              <p:nvPr/>
            </p:nvSpPr>
            <p:spPr>
              <a:xfrm>
                <a:off x="5092913" y="4286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93"/>
              <p:cNvSpPr/>
              <p:nvPr/>
            </p:nvSpPr>
            <p:spPr>
              <a:xfrm>
                <a:off x="5092913" y="4365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2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9" name="Google Shape;2239;p93"/>
            <p:cNvSpPr/>
            <p:nvPr/>
          </p:nvSpPr>
          <p:spPr>
            <a:xfrm>
              <a:off x="4571821" y="2548146"/>
              <a:ext cx="500473" cy="36732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0" name="Google Shape;2240;p93"/>
          <p:cNvGrpSpPr/>
          <p:nvPr/>
        </p:nvGrpSpPr>
        <p:grpSpPr>
          <a:xfrm>
            <a:off x="6794302" y="3514136"/>
            <a:ext cx="485166" cy="485122"/>
            <a:chOff x="3933325" y="3806050"/>
            <a:chExt cx="633707" cy="633733"/>
          </a:xfrm>
        </p:grpSpPr>
        <p:sp>
          <p:nvSpPr>
            <p:cNvPr id="2241" name="Google Shape;2241;p93"/>
            <p:cNvSpPr/>
            <p:nvPr/>
          </p:nvSpPr>
          <p:spPr>
            <a:xfrm>
              <a:off x="3933325" y="3806050"/>
              <a:ext cx="633707" cy="633733"/>
            </a:xfrm>
            <a:custGeom>
              <a:avLst/>
              <a:gdLst/>
              <a:ahLst/>
              <a:cxnLst/>
              <a:rect l="l" t="t" r="r" b="b"/>
              <a:pathLst>
                <a:path w="24986" h="24987" extrusionOk="0">
                  <a:moveTo>
                    <a:pt x="4863" y="1"/>
                  </a:moveTo>
                  <a:cubicBezTo>
                    <a:pt x="2158" y="1"/>
                    <a:pt x="0" y="2189"/>
                    <a:pt x="0" y="4864"/>
                  </a:cubicBezTo>
                  <a:lnTo>
                    <a:pt x="0" y="20123"/>
                  </a:lnTo>
                  <a:cubicBezTo>
                    <a:pt x="0" y="22828"/>
                    <a:pt x="2189" y="24986"/>
                    <a:pt x="4863" y="24986"/>
                  </a:cubicBezTo>
                  <a:lnTo>
                    <a:pt x="20122" y="24986"/>
                  </a:lnTo>
                  <a:cubicBezTo>
                    <a:pt x="22827" y="24986"/>
                    <a:pt x="24985" y="22828"/>
                    <a:pt x="24985" y="20123"/>
                  </a:cubicBezTo>
                  <a:lnTo>
                    <a:pt x="24985" y="4864"/>
                  </a:lnTo>
                  <a:cubicBezTo>
                    <a:pt x="24985" y="2159"/>
                    <a:pt x="22797" y="1"/>
                    <a:pt x="20122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93"/>
            <p:cNvSpPr/>
            <p:nvPr/>
          </p:nvSpPr>
          <p:spPr>
            <a:xfrm>
              <a:off x="4038151" y="3846150"/>
              <a:ext cx="424036" cy="403974"/>
            </a:xfrm>
            <a:custGeom>
              <a:avLst/>
              <a:gdLst/>
              <a:ahLst/>
              <a:cxnLst/>
              <a:rect l="l" t="t" r="r" b="b"/>
              <a:pathLst>
                <a:path w="16719" h="15928" extrusionOk="0">
                  <a:moveTo>
                    <a:pt x="8360" y="0"/>
                  </a:moveTo>
                  <a:lnTo>
                    <a:pt x="5776" y="5259"/>
                  </a:lnTo>
                  <a:lnTo>
                    <a:pt x="1" y="6080"/>
                  </a:lnTo>
                  <a:lnTo>
                    <a:pt x="4196" y="10153"/>
                  </a:lnTo>
                  <a:lnTo>
                    <a:pt x="3192" y="15928"/>
                  </a:lnTo>
                  <a:lnTo>
                    <a:pt x="8360" y="13192"/>
                  </a:lnTo>
                  <a:lnTo>
                    <a:pt x="13527" y="15928"/>
                  </a:lnTo>
                  <a:lnTo>
                    <a:pt x="12554" y="10153"/>
                  </a:lnTo>
                  <a:lnTo>
                    <a:pt x="16719" y="6080"/>
                  </a:lnTo>
                  <a:lnTo>
                    <a:pt x="10943" y="5259"/>
                  </a:lnTo>
                  <a:lnTo>
                    <a:pt x="83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93"/>
            <p:cNvSpPr/>
            <p:nvPr/>
          </p:nvSpPr>
          <p:spPr>
            <a:xfrm>
              <a:off x="4079011" y="4365773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0"/>
                  </a:moveTo>
                  <a:lnTo>
                    <a:pt x="13557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93"/>
            <p:cNvSpPr/>
            <p:nvPr/>
          </p:nvSpPr>
          <p:spPr>
            <a:xfrm>
              <a:off x="4079011" y="4314869"/>
              <a:ext cx="343865" cy="25"/>
            </a:xfrm>
            <a:custGeom>
              <a:avLst/>
              <a:gdLst/>
              <a:ahLst/>
              <a:cxnLst/>
              <a:rect l="l" t="t" r="r" b="b"/>
              <a:pathLst>
                <a:path w="13558" h="1" fill="none" extrusionOk="0">
                  <a:moveTo>
                    <a:pt x="1" y="1"/>
                  </a:moveTo>
                  <a:lnTo>
                    <a:pt x="13557" y="1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5" name="Google Shape;2245;p93"/>
          <p:cNvGrpSpPr/>
          <p:nvPr/>
        </p:nvGrpSpPr>
        <p:grpSpPr>
          <a:xfrm>
            <a:off x="735614" y="2878682"/>
            <a:ext cx="1013848" cy="1013812"/>
            <a:chOff x="5146250" y="3137125"/>
            <a:chExt cx="707500" cy="707475"/>
          </a:xfrm>
        </p:grpSpPr>
        <p:sp>
          <p:nvSpPr>
            <p:cNvPr id="2246" name="Google Shape;2246;p93"/>
            <p:cNvSpPr/>
            <p:nvPr/>
          </p:nvSpPr>
          <p:spPr>
            <a:xfrm>
              <a:off x="5146250" y="3137125"/>
              <a:ext cx="707500" cy="707475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3"/>
            <p:cNvSpPr/>
            <p:nvPr/>
          </p:nvSpPr>
          <p:spPr>
            <a:xfrm>
              <a:off x="5241250" y="3704000"/>
              <a:ext cx="297150" cy="47900"/>
            </a:xfrm>
            <a:custGeom>
              <a:avLst/>
              <a:gdLst/>
              <a:ahLst/>
              <a:cxnLst/>
              <a:rect l="l" t="t" r="r" b="b"/>
              <a:pathLst>
                <a:path w="11886" h="1916" extrusionOk="0">
                  <a:moveTo>
                    <a:pt x="10943" y="1915"/>
                  </a:moveTo>
                  <a:lnTo>
                    <a:pt x="943" y="1915"/>
                  </a:lnTo>
                  <a:cubicBezTo>
                    <a:pt x="426" y="1915"/>
                    <a:pt x="0" y="1490"/>
                    <a:pt x="0" y="942"/>
                  </a:cubicBezTo>
                  <a:lnTo>
                    <a:pt x="0" y="942"/>
                  </a:lnTo>
                  <a:cubicBezTo>
                    <a:pt x="0" y="426"/>
                    <a:pt x="426" y="0"/>
                    <a:pt x="943" y="0"/>
                  </a:cubicBezTo>
                  <a:lnTo>
                    <a:pt x="10943" y="0"/>
                  </a:lnTo>
                  <a:cubicBezTo>
                    <a:pt x="11459" y="0"/>
                    <a:pt x="11885" y="426"/>
                    <a:pt x="11885" y="942"/>
                  </a:cubicBezTo>
                  <a:lnTo>
                    <a:pt x="11885" y="942"/>
                  </a:lnTo>
                  <a:cubicBezTo>
                    <a:pt x="11885" y="1490"/>
                    <a:pt x="11459" y="1915"/>
                    <a:pt x="10943" y="1915"/>
                  </a:cubicBezTo>
                  <a:close/>
                </a:path>
              </a:pathLst>
            </a:custGeom>
            <a:solidFill>
              <a:srgbClr val="DEDBF9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3"/>
            <p:cNvSpPr/>
            <p:nvPr/>
          </p:nvSpPr>
          <p:spPr>
            <a:xfrm>
              <a:off x="5241250" y="3704000"/>
              <a:ext cx="297150" cy="47900"/>
            </a:xfrm>
            <a:custGeom>
              <a:avLst/>
              <a:gdLst/>
              <a:ahLst/>
              <a:cxnLst/>
              <a:rect l="l" t="t" r="r" b="b"/>
              <a:pathLst>
                <a:path w="11886" h="1916" fill="none" extrusionOk="0">
                  <a:moveTo>
                    <a:pt x="10943" y="1915"/>
                  </a:moveTo>
                  <a:lnTo>
                    <a:pt x="943" y="1915"/>
                  </a:lnTo>
                  <a:cubicBezTo>
                    <a:pt x="426" y="1915"/>
                    <a:pt x="0" y="1490"/>
                    <a:pt x="0" y="942"/>
                  </a:cubicBezTo>
                  <a:lnTo>
                    <a:pt x="0" y="942"/>
                  </a:lnTo>
                  <a:cubicBezTo>
                    <a:pt x="0" y="426"/>
                    <a:pt x="426" y="0"/>
                    <a:pt x="943" y="0"/>
                  </a:cubicBezTo>
                  <a:lnTo>
                    <a:pt x="10943" y="0"/>
                  </a:lnTo>
                  <a:cubicBezTo>
                    <a:pt x="11459" y="0"/>
                    <a:pt x="11885" y="426"/>
                    <a:pt x="11885" y="942"/>
                  </a:cubicBezTo>
                  <a:lnTo>
                    <a:pt x="11885" y="942"/>
                  </a:lnTo>
                  <a:cubicBezTo>
                    <a:pt x="11885" y="1490"/>
                    <a:pt x="11459" y="1915"/>
                    <a:pt x="10943" y="1915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E0DDFB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3"/>
            <p:cNvSpPr/>
            <p:nvPr/>
          </p:nvSpPr>
          <p:spPr>
            <a:xfrm>
              <a:off x="5582425" y="3704000"/>
              <a:ext cx="176325" cy="47900"/>
            </a:xfrm>
            <a:custGeom>
              <a:avLst/>
              <a:gdLst/>
              <a:ahLst/>
              <a:cxnLst/>
              <a:rect l="l" t="t" r="r" b="b"/>
              <a:pathLst>
                <a:path w="7053" h="1916" extrusionOk="0">
                  <a:moveTo>
                    <a:pt x="6111" y="1915"/>
                  </a:moveTo>
                  <a:lnTo>
                    <a:pt x="943" y="1915"/>
                  </a:lnTo>
                  <a:cubicBezTo>
                    <a:pt x="396" y="1915"/>
                    <a:pt x="1" y="1490"/>
                    <a:pt x="1" y="942"/>
                  </a:cubicBezTo>
                  <a:lnTo>
                    <a:pt x="1" y="942"/>
                  </a:lnTo>
                  <a:cubicBezTo>
                    <a:pt x="1" y="426"/>
                    <a:pt x="396" y="0"/>
                    <a:pt x="943" y="0"/>
                  </a:cubicBezTo>
                  <a:lnTo>
                    <a:pt x="6111" y="0"/>
                  </a:lnTo>
                  <a:cubicBezTo>
                    <a:pt x="6627" y="0"/>
                    <a:pt x="7053" y="426"/>
                    <a:pt x="7053" y="942"/>
                  </a:cubicBezTo>
                  <a:lnTo>
                    <a:pt x="7053" y="942"/>
                  </a:lnTo>
                  <a:cubicBezTo>
                    <a:pt x="7053" y="1490"/>
                    <a:pt x="6627" y="1915"/>
                    <a:pt x="6111" y="1915"/>
                  </a:cubicBezTo>
                  <a:close/>
                </a:path>
              </a:pathLst>
            </a:custGeom>
            <a:solidFill>
              <a:srgbClr val="DEDBF9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3"/>
            <p:cNvSpPr/>
            <p:nvPr/>
          </p:nvSpPr>
          <p:spPr>
            <a:xfrm>
              <a:off x="5582425" y="3704000"/>
              <a:ext cx="176325" cy="47900"/>
            </a:xfrm>
            <a:custGeom>
              <a:avLst/>
              <a:gdLst/>
              <a:ahLst/>
              <a:cxnLst/>
              <a:rect l="l" t="t" r="r" b="b"/>
              <a:pathLst>
                <a:path w="7053" h="1916" fill="none" extrusionOk="0">
                  <a:moveTo>
                    <a:pt x="6111" y="1915"/>
                  </a:moveTo>
                  <a:lnTo>
                    <a:pt x="943" y="1915"/>
                  </a:lnTo>
                  <a:cubicBezTo>
                    <a:pt x="396" y="1915"/>
                    <a:pt x="1" y="1490"/>
                    <a:pt x="1" y="942"/>
                  </a:cubicBezTo>
                  <a:lnTo>
                    <a:pt x="1" y="942"/>
                  </a:lnTo>
                  <a:cubicBezTo>
                    <a:pt x="1" y="426"/>
                    <a:pt x="396" y="0"/>
                    <a:pt x="943" y="0"/>
                  </a:cubicBezTo>
                  <a:lnTo>
                    <a:pt x="6111" y="0"/>
                  </a:lnTo>
                  <a:cubicBezTo>
                    <a:pt x="6627" y="0"/>
                    <a:pt x="7053" y="426"/>
                    <a:pt x="7053" y="942"/>
                  </a:cubicBezTo>
                  <a:lnTo>
                    <a:pt x="7053" y="942"/>
                  </a:lnTo>
                  <a:cubicBezTo>
                    <a:pt x="7053" y="1490"/>
                    <a:pt x="6627" y="1915"/>
                    <a:pt x="6111" y="1915"/>
                  </a:cubicBezTo>
                  <a:close/>
                </a:path>
              </a:pathLst>
            </a:custGeom>
            <a:noFill/>
            <a:ln w="9875" cap="flat" cmpd="sng">
              <a:solidFill>
                <a:srgbClr val="E0DDFB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3"/>
            <p:cNvSpPr/>
            <p:nvPr/>
          </p:nvSpPr>
          <p:spPr>
            <a:xfrm>
              <a:off x="5241250" y="3232850"/>
              <a:ext cx="517500" cy="285750"/>
            </a:xfrm>
            <a:custGeom>
              <a:avLst/>
              <a:gdLst/>
              <a:ahLst/>
              <a:cxnLst/>
              <a:rect l="l" t="t" r="r" b="b"/>
              <a:pathLst>
                <a:path w="20700" h="11430" extrusionOk="0">
                  <a:moveTo>
                    <a:pt x="19180" y="11430"/>
                  </a:moveTo>
                  <a:lnTo>
                    <a:pt x="1520" y="11430"/>
                  </a:lnTo>
                  <a:cubicBezTo>
                    <a:pt x="669" y="11430"/>
                    <a:pt x="0" y="10761"/>
                    <a:pt x="0" y="9910"/>
                  </a:cubicBezTo>
                  <a:lnTo>
                    <a:pt x="0" y="1521"/>
                  </a:lnTo>
                  <a:cubicBezTo>
                    <a:pt x="0" y="670"/>
                    <a:pt x="669" y="1"/>
                    <a:pt x="1520" y="1"/>
                  </a:cubicBezTo>
                  <a:lnTo>
                    <a:pt x="19180" y="1"/>
                  </a:lnTo>
                  <a:cubicBezTo>
                    <a:pt x="20031" y="1"/>
                    <a:pt x="20700" y="670"/>
                    <a:pt x="20700" y="1521"/>
                  </a:cubicBezTo>
                  <a:lnTo>
                    <a:pt x="20700" y="9910"/>
                  </a:lnTo>
                  <a:cubicBezTo>
                    <a:pt x="20700" y="10761"/>
                    <a:pt x="20031" y="11430"/>
                    <a:pt x="19180" y="114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3"/>
            <p:cNvSpPr/>
            <p:nvPr/>
          </p:nvSpPr>
          <p:spPr>
            <a:xfrm>
              <a:off x="5241250" y="3232850"/>
              <a:ext cx="517500" cy="285750"/>
            </a:xfrm>
            <a:custGeom>
              <a:avLst/>
              <a:gdLst/>
              <a:ahLst/>
              <a:cxnLst/>
              <a:rect l="l" t="t" r="r" b="b"/>
              <a:pathLst>
                <a:path w="20700" h="11430" fill="none" extrusionOk="0">
                  <a:moveTo>
                    <a:pt x="19180" y="11430"/>
                  </a:moveTo>
                  <a:lnTo>
                    <a:pt x="1520" y="11430"/>
                  </a:lnTo>
                  <a:cubicBezTo>
                    <a:pt x="669" y="11430"/>
                    <a:pt x="0" y="10761"/>
                    <a:pt x="0" y="9910"/>
                  </a:cubicBezTo>
                  <a:lnTo>
                    <a:pt x="0" y="1521"/>
                  </a:lnTo>
                  <a:cubicBezTo>
                    <a:pt x="0" y="670"/>
                    <a:pt x="669" y="1"/>
                    <a:pt x="1520" y="1"/>
                  </a:cubicBezTo>
                  <a:lnTo>
                    <a:pt x="19180" y="1"/>
                  </a:lnTo>
                  <a:cubicBezTo>
                    <a:pt x="20031" y="1"/>
                    <a:pt x="20700" y="670"/>
                    <a:pt x="20700" y="1521"/>
                  </a:cubicBezTo>
                  <a:lnTo>
                    <a:pt x="20700" y="9910"/>
                  </a:lnTo>
                  <a:cubicBezTo>
                    <a:pt x="20700" y="10761"/>
                    <a:pt x="20031" y="11430"/>
                    <a:pt x="19180" y="11430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3"/>
            <p:cNvSpPr/>
            <p:nvPr/>
          </p:nvSpPr>
          <p:spPr>
            <a:xfrm>
              <a:off x="5458575" y="3324050"/>
              <a:ext cx="86650" cy="101850"/>
            </a:xfrm>
            <a:custGeom>
              <a:avLst/>
              <a:gdLst/>
              <a:ahLst/>
              <a:cxnLst/>
              <a:rect l="l" t="t" r="r" b="b"/>
              <a:pathLst>
                <a:path w="3466" h="4074" extrusionOk="0">
                  <a:moveTo>
                    <a:pt x="3222" y="1703"/>
                  </a:moveTo>
                  <a:lnTo>
                    <a:pt x="578" y="152"/>
                  </a:lnTo>
                  <a:cubicBezTo>
                    <a:pt x="304" y="0"/>
                    <a:pt x="0" y="183"/>
                    <a:pt x="0" y="487"/>
                  </a:cubicBezTo>
                  <a:lnTo>
                    <a:pt x="0" y="3557"/>
                  </a:lnTo>
                  <a:cubicBezTo>
                    <a:pt x="0" y="3861"/>
                    <a:pt x="304" y="4073"/>
                    <a:pt x="578" y="3921"/>
                  </a:cubicBezTo>
                  <a:lnTo>
                    <a:pt x="3222" y="2341"/>
                  </a:lnTo>
                  <a:cubicBezTo>
                    <a:pt x="3466" y="2250"/>
                    <a:pt x="3466" y="1855"/>
                    <a:pt x="3222" y="17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3"/>
            <p:cNvSpPr/>
            <p:nvPr/>
          </p:nvSpPr>
          <p:spPr>
            <a:xfrm>
              <a:off x="5257200" y="3608250"/>
              <a:ext cx="484850" cy="25"/>
            </a:xfrm>
            <a:custGeom>
              <a:avLst/>
              <a:gdLst/>
              <a:ahLst/>
              <a:cxnLst/>
              <a:rect l="l" t="t" r="r" b="b"/>
              <a:pathLst>
                <a:path w="19394" h="1" fill="none" extrusionOk="0">
                  <a:moveTo>
                    <a:pt x="1" y="0"/>
                  </a:moveTo>
                  <a:lnTo>
                    <a:pt x="19393" y="0"/>
                  </a:lnTo>
                </a:path>
              </a:pathLst>
            </a:custGeom>
            <a:noFill/>
            <a:ln w="19000" cap="rnd" cmpd="sng">
              <a:solidFill>
                <a:srgbClr val="DEDBF9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3"/>
            <p:cNvSpPr/>
            <p:nvPr/>
          </p:nvSpPr>
          <p:spPr>
            <a:xfrm>
              <a:off x="5257200" y="3608250"/>
              <a:ext cx="152775" cy="25"/>
            </a:xfrm>
            <a:custGeom>
              <a:avLst/>
              <a:gdLst/>
              <a:ahLst/>
              <a:cxnLst/>
              <a:rect l="l" t="t" r="r" b="b"/>
              <a:pathLst>
                <a:path w="6111" h="1" fill="none" extrusionOk="0">
                  <a:moveTo>
                    <a:pt x="1" y="0"/>
                  </a:moveTo>
                  <a:lnTo>
                    <a:pt x="6110" y="0"/>
                  </a:lnTo>
                </a:path>
              </a:pathLst>
            </a:custGeom>
            <a:noFill/>
            <a:ln w="19000" cap="rnd" cmpd="sng">
              <a:solidFill>
                <a:srgbClr val="D074B5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3"/>
            <p:cNvSpPr/>
            <p:nvPr/>
          </p:nvSpPr>
          <p:spPr>
            <a:xfrm>
              <a:off x="5365100" y="3576325"/>
              <a:ext cx="63100" cy="63100"/>
            </a:xfrm>
            <a:custGeom>
              <a:avLst/>
              <a:gdLst/>
              <a:ahLst/>
              <a:cxnLst/>
              <a:rect l="l" t="t" r="r" b="b"/>
              <a:pathLst>
                <a:path w="2524" h="2524" extrusionOk="0">
                  <a:moveTo>
                    <a:pt x="2524" y="1277"/>
                  </a:moveTo>
                  <a:cubicBezTo>
                    <a:pt x="2524" y="1976"/>
                    <a:pt x="1977" y="2524"/>
                    <a:pt x="1277" y="2524"/>
                  </a:cubicBezTo>
                  <a:cubicBezTo>
                    <a:pt x="578" y="2524"/>
                    <a:pt x="1" y="1976"/>
                    <a:pt x="1" y="1277"/>
                  </a:cubicBezTo>
                  <a:cubicBezTo>
                    <a:pt x="1" y="578"/>
                    <a:pt x="578" y="1"/>
                    <a:pt x="1277" y="1"/>
                  </a:cubicBezTo>
                  <a:cubicBezTo>
                    <a:pt x="1977" y="1"/>
                    <a:pt x="2524" y="578"/>
                    <a:pt x="2524" y="1277"/>
                  </a:cubicBezTo>
                  <a:close/>
                </a:path>
              </a:pathLst>
            </a:custGeom>
            <a:solidFill>
              <a:srgbClr val="DD81C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7" name="Google Shape;2257;p93"/>
          <p:cNvGrpSpPr/>
          <p:nvPr/>
        </p:nvGrpSpPr>
        <p:grpSpPr>
          <a:xfrm>
            <a:off x="1218479" y="3836707"/>
            <a:ext cx="1196850" cy="348800"/>
            <a:chOff x="2175350" y="3842350"/>
            <a:chExt cx="1196850" cy="348800"/>
          </a:xfrm>
        </p:grpSpPr>
        <p:sp>
          <p:nvSpPr>
            <p:cNvPr id="2258" name="Google Shape;2258;p93"/>
            <p:cNvSpPr/>
            <p:nvPr/>
          </p:nvSpPr>
          <p:spPr>
            <a:xfrm>
              <a:off x="2597075" y="3842350"/>
              <a:ext cx="348825" cy="348800"/>
            </a:xfrm>
            <a:custGeom>
              <a:avLst/>
              <a:gdLst/>
              <a:ahLst/>
              <a:cxnLst/>
              <a:rect l="l" t="t" r="r" b="b"/>
              <a:pathLst>
                <a:path w="13953" h="13952" extrusionOk="0">
                  <a:moveTo>
                    <a:pt x="10183" y="13952"/>
                  </a:moveTo>
                  <a:lnTo>
                    <a:pt x="3770" y="13952"/>
                  </a:lnTo>
                  <a:cubicBezTo>
                    <a:pt x="1673" y="13952"/>
                    <a:pt x="1" y="12280"/>
                    <a:pt x="1" y="10183"/>
                  </a:cubicBezTo>
                  <a:lnTo>
                    <a:pt x="1" y="3769"/>
                  </a:lnTo>
                  <a:cubicBezTo>
                    <a:pt x="1" y="1672"/>
                    <a:pt x="1673" y="0"/>
                    <a:pt x="3770" y="0"/>
                  </a:cubicBezTo>
                  <a:lnTo>
                    <a:pt x="10183" y="0"/>
                  </a:lnTo>
                  <a:cubicBezTo>
                    <a:pt x="12281" y="0"/>
                    <a:pt x="13952" y="1672"/>
                    <a:pt x="13952" y="3769"/>
                  </a:cubicBezTo>
                  <a:lnTo>
                    <a:pt x="13952" y="10183"/>
                  </a:lnTo>
                  <a:cubicBezTo>
                    <a:pt x="13952" y="12250"/>
                    <a:pt x="12281" y="13952"/>
                    <a:pt x="10183" y="139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3"/>
            <p:cNvSpPr/>
            <p:nvPr/>
          </p:nvSpPr>
          <p:spPr>
            <a:xfrm>
              <a:off x="2673075" y="3915300"/>
              <a:ext cx="201400" cy="201375"/>
            </a:xfrm>
            <a:custGeom>
              <a:avLst/>
              <a:gdLst/>
              <a:ahLst/>
              <a:cxnLst/>
              <a:rect l="l" t="t" r="r" b="b"/>
              <a:pathLst>
                <a:path w="8056" h="8055" extrusionOk="0">
                  <a:moveTo>
                    <a:pt x="4043" y="608"/>
                  </a:moveTo>
                  <a:cubicBezTo>
                    <a:pt x="5897" y="608"/>
                    <a:pt x="7447" y="2128"/>
                    <a:pt x="7447" y="4043"/>
                  </a:cubicBezTo>
                  <a:cubicBezTo>
                    <a:pt x="7447" y="5927"/>
                    <a:pt x="5897" y="7447"/>
                    <a:pt x="4043" y="7447"/>
                  </a:cubicBezTo>
                  <a:cubicBezTo>
                    <a:pt x="2128" y="7447"/>
                    <a:pt x="608" y="5897"/>
                    <a:pt x="608" y="4043"/>
                  </a:cubicBezTo>
                  <a:cubicBezTo>
                    <a:pt x="608" y="2128"/>
                    <a:pt x="2189" y="608"/>
                    <a:pt x="4043" y="608"/>
                  </a:cubicBezTo>
                  <a:close/>
                  <a:moveTo>
                    <a:pt x="4043" y="0"/>
                  </a:moveTo>
                  <a:cubicBezTo>
                    <a:pt x="1824" y="0"/>
                    <a:pt x="0" y="1793"/>
                    <a:pt x="0" y="4043"/>
                  </a:cubicBezTo>
                  <a:cubicBezTo>
                    <a:pt x="0" y="6231"/>
                    <a:pt x="1794" y="8055"/>
                    <a:pt x="4043" y="8055"/>
                  </a:cubicBezTo>
                  <a:cubicBezTo>
                    <a:pt x="6292" y="8055"/>
                    <a:pt x="8055" y="6292"/>
                    <a:pt x="8055" y="4043"/>
                  </a:cubicBezTo>
                  <a:cubicBezTo>
                    <a:pt x="8055" y="1824"/>
                    <a:pt x="6262" y="0"/>
                    <a:pt x="40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3"/>
            <p:cNvSpPr/>
            <p:nvPr/>
          </p:nvSpPr>
          <p:spPr>
            <a:xfrm>
              <a:off x="2750575" y="3973950"/>
              <a:ext cx="72975" cy="85600"/>
            </a:xfrm>
            <a:custGeom>
              <a:avLst/>
              <a:gdLst/>
              <a:ahLst/>
              <a:cxnLst/>
              <a:rect l="l" t="t" r="r" b="b"/>
              <a:pathLst>
                <a:path w="2919" h="3424" extrusionOk="0">
                  <a:moveTo>
                    <a:pt x="347" y="0"/>
                  </a:moveTo>
                  <a:cubicBezTo>
                    <a:pt x="172" y="0"/>
                    <a:pt x="1" y="154"/>
                    <a:pt x="1" y="359"/>
                  </a:cubicBezTo>
                  <a:lnTo>
                    <a:pt x="1" y="3065"/>
                  </a:lnTo>
                  <a:cubicBezTo>
                    <a:pt x="1" y="3270"/>
                    <a:pt x="172" y="3424"/>
                    <a:pt x="347" y="3424"/>
                  </a:cubicBezTo>
                  <a:cubicBezTo>
                    <a:pt x="405" y="3424"/>
                    <a:pt x="464" y="3407"/>
                    <a:pt x="517" y="3369"/>
                  </a:cubicBezTo>
                  <a:lnTo>
                    <a:pt x="2676" y="2001"/>
                  </a:lnTo>
                  <a:cubicBezTo>
                    <a:pt x="2919" y="1849"/>
                    <a:pt x="2919" y="1545"/>
                    <a:pt x="2676" y="1423"/>
                  </a:cubicBezTo>
                  <a:lnTo>
                    <a:pt x="517" y="55"/>
                  </a:lnTo>
                  <a:cubicBezTo>
                    <a:pt x="464" y="17"/>
                    <a:pt x="405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3"/>
            <p:cNvSpPr/>
            <p:nvPr/>
          </p:nvSpPr>
          <p:spPr>
            <a:xfrm>
              <a:off x="3024150" y="3842350"/>
              <a:ext cx="348050" cy="348800"/>
            </a:xfrm>
            <a:custGeom>
              <a:avLst/>
              <a:gdLst/>
              <a:ahLst/>
              <a:cxnLst/>
              <a:rect l="l" t="t" r="r" b="b"/>
              <a:pathLst>
                <a:path w="13922" h="13952" extrusionOk="0">
                  <a:moveTo>
                    <a:pt x="10183" y="13952"/>
                  </a:moveTo>
                  <a:lnTo>
                    <a:pt x="3739" y="13952"/>
                  </a:lnTo>
                  <a:cubicBezTo>
                    <a:pt x="1672" y="13952"/>
                    <a:pt x="0" y="12280"/>
                    <a:pt x="0" y="10183"/>
                  </a:cubicBezTo>
                  <a:lnTo>
                    <a:pt x="0" y="3769"/>
                  </a:lnTo>
                  <a:cubicBezTo>
                    <a:pt x="0" y="1672"/>
                    <a:pt x="1672" y="0"/>
                    <a:pt x="3739" y="0"/>
                  </a:cubicBezTo>
                  <a:lnTo>
                    <a:pt x="10183" y="0"/>
                  </a:lnTo>
                  <a:cubicBezTo>
                    <a:pt x="12250" y="0"/>
                    <a:pt x="13921" y="1672"/>
                    <a:pt x="13921" y="3769"/>
                  </a:cubicBezTo>
                  <a:lnTo>
                    <a:pt x="13921" y="10183"/>
                  </a:lnTo>
                  <a:cubicBezTo>
                    <a:pt x="13921" y="12250"/>
                    <a:pt x="12250" y="13952"/>
                    <a:pt x="10183" y="139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3"/>
            <p:cNvSpPr/>
            <p:nvPr/>
          </p:nvSpPr>
          <p:spPr>
            <a:xfrm>
              <a:off x="3122925" y="3963425"/>
              <a:ext cx="88925" cy="105875"/>
            </a:xfrm>
            <a:custGeom>
              <a:avLst/>
              <a:gdLst/>
              <a:ahLst/>
              <a:cxnLst/>
              <a:rect l="l" t="t" r="r" b="b"/>
              <a:pathLst>
                <a:path w="3557" h="4235" extrusionOk="0">
                  <a:moveTo>
                    <a:pt x="445" y="1"/>
                  </a:moveTo>
                  <a:cubicBezTo>
                    <a:pt x="220" y="1"/>
                    <a:pt x="1" y="187"/>
                    <a:pt x="1" y="446"/>
                  </a:cubicBezTo>
                  <a:lnTo>
                    <a:pt x="1" y="3790"/>
                  </a:lnTo>
                  <a:cubicBezTo>
                    <a:pt x="1" y="4037"/>
                    <a:pt x="184" y="4234"/>
                    <a:pt x="402" y="4234"/>
                  </a:cubicBezTo>
                  <a:cubicBezTo>
                    <a:pt x="479" y="4234"/>
                    <a:pt x="560" y="4210"/>
                    <a:pt x="639" y="4154"/>
                  </a:cubicBezTo>
                  <a:lnTo>
                    <a:pt x="3283" y="2483"/>
                  </a:lnTo>
                  <a:cubicBezTo>
                    <a:pt x="3557" y="2300"/>
                    <a:pt x="3557" y="1935"/>
                    <a:pt x="3283" y="1723"/>
                  </a:cubicBezTo>
                  <a:lnTo>
                    <a:pt x="639" y="51"/>
                  </a:lnTo>
                  <a:cubicBezTo>
                    <a:pt x="577" y="17"/>
                    <a:pt x="511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3"/>
            <p:cNvSpPr/>
            <p:nvPr/>
          </p:nvSpPr>
          <p:spPr>
            <a:xfrm>
              <a:off x="3186000" y="3963425"/>
              <a:ext cx="90450" cy="105875"/>
            </a:xfrm>
            <a:custGeom>
              <a:avLst/>
              <a:gdLst/>
              <a:ahLst/>
              <a:cxnLst/>
              <a:rect l="l" t="t" r="r" b="b"/>
              <a:pathLst>
                <a:path w="3618" h="4235" extrusionOk="0">
                  <a:moveTo>
                    <a:pt x="472" y="1"/>
                  </a:moveTo>
                  <a:cubicBezTo>
                    <a:pt x="238" y="1"/>
                    <a:pt x="0" y="187"/>
                    <a:pt x="0" y="446"/>
                  </a:cubicBezTo>
                  <a:lnTo>
                    <a:pt x="0" y="3790"/>
                  </a:lnTo>
                  <a:cubicBezTo>
                    <a:pt x="0" y="4037"/>
                    <a:pt x="200" y="4234"/>
                    <a:pt x="427" y="4234"/>
                  </a:cubicBezTo>
                  <a:cubicBezTo>
                    <a:pt x="507" y="4234"/>
                    <a:pt x="590" y="4210"/>
                    <a:pt x="669" y="4154"/>
                  </a:cubicBezTo>
                  <a:lnTo>
                    <a:pt x="3314" y="2483"/>
                  </a:lnTo>
                  <a:cubicBezTo>
                    <a:pt x="3618" y="2300"/>
                    <a:pt x="3618" y="1935"/>
                    <a:pt x="3314" y="1723"/>
                  </a:cubicBezTo>
                  <a:lnTo>
                    <a:pt x="669" y="51"/>
                  </a:lnTo>
                  <a:cubicBezTo>
                    <a:pt x="608" y="17"/>
                    <a:pt x="540" y="1"/>
                    <a:pt x="4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3"/>
            <p:cNvSpPr/>
            <p:nvPr/>
          </p:nvSpPr>
          <p:spPr>
            <a:xfrm>
              <a:off x="2175350" y="3842350"/>
              <a:ext cx="348800" cy="348800"/>
            </a:xfrm>
            <a:custGeom>
              <a:avLst/>
              <a:gdLst/>
              <a:ahLst/>
              <a:cxnLst/>
              <a:rect l="l" t="t" r="r" b="b"/>
              <a:pathLst>
                <a:path w="13952" h="13952" extrusionOk="0">
                  <a:moveTo>
                    <a:pt x="10183" y="13952"/>
                  </a:moveTo>
                  <a:lnTo>
                    <a:pt x="3769" y="13952"/>
                  </a:lnTo>
                  <a:cubicBezTo>
                    <a:pt x="1672" y="13952"/>
                    <a:pt x="0" y="12280"/>
                    <a:pt x="0" y="10183"/>
                  </a:cubicBezTo>
                  <a:lnTo>
                    <a:pt x="0" y="3769"/>
                  </a:lnTo>
                  <a:cubicBezTo>
                    <a:pt x="0" y="1672"/>
                    <a:pt x="1672" y="0"/>
                    <a:pt x="3769" y="0"/>
                  </a:cubicBezTo>
                  <a:lnTo>
                    <a:pt x="10183" y="0"/>
                  </a:lnTo>
                  <a:cubicBezTo>
                    <a:pt x="12280" y="0"/>
                    <a:pt x="13952" y="1672"/>
                    <a:pt x="13952" y="3769"/>
                  </a:cubicBezTo>
                  <a:lnTo>
                    <a:pt x="13952" y="10183"/>
                  </a:lnTo>
                  <a:cubicBezTo>
                    <a:pt x="13952" y="12250"/>
                    <a:pt x="12280" y="13952"/>
                    <a:pt x="10183" y="139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3"/>
            <p:cNvSpPr/>
            <p:nvPr/>
          </p:nvSpPr>
          <p:spPr>
            <a:xfrm>
              <a:off x="2336450" y="3963125"/>
              <a:ext cx="88925" cy="105525"/>
            </a:xfrm>
            <a:custGeom>
              <a:avLst/>
              <a:gdLst/>
              <a:ahLst/>
              <a:cxnLst/>
              <a:rect l="l" t="t" r="r" b="b"/>
              <a:pathLst>
                <a:path w="3557" h="4221" extrusionOk="0">
                  <a:moveTo>
                    <a:pt x="3134" y="0"/>
                  </a:moveTo>
                  <a:cubicBezTo>
                    <a:pt x="3063" y="0"/>
                    <a:pt x="2990" y="20"/>
                    <a:pt x="2918" y="63"/>
                  </a:cubicBezTo>
                  <a:lnTo>
                    <a:pt x="243" y="1735"/>
                  </a:lnTo>
                  <a:cubicBezTo>
                    <a:pt x="0" y="1947"/>
                    <a:pt x="0" y="2312"/>
                    <a:pt x="243" y="2495"/>
                  </a:cubicBezTo>
                  <a:lnTo>
                    <a:pt x="2918" y="4166"/>
                  </a:lnTo>
                  <a:cubicBezTo>
                    <a:pt x="2985" y="4203"/>
                    <a:pt x="3057" y="4220"/>
                    <a:pt x="3128" y="4220"/>
                  </a:cubicBezTo>
                  <a:cubicBezTo>
                    <a:pt x="3348" y="4220"/>
                    <a:pt x="3556" y="4054"/>
                    <a:pt x="3556" y="3802"/>
                  </a:cubicBezTo>
                  <a:lnTo>
                    <a:pt x="3556" y="458"/>
                  </a:lnTo>
                  <a:cubicBezTo>
                    <a:pt x="3556" y="203"/>
                    <a:pt x="3361" y="0"/>
                    <a:pt x="3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3"/>
            <p:cNvSpPr/>
            <p:nvPr/>
          </p:nvSpPr>
          <p:spPr>
            <a:xfrm>
              <a:off x="2271850" y="3963125"/>
              <a:ext cx="88925" cy="105525"/>
            </a:xfrm>
            <a:custGeom>
              <a:avLst/>
              <a:gdLst/>
              <a:ahLst/>
              <a:cxnLst/>
              <a:rect l="l" t="t" r="r" b="b"/>
              <a:pathLst>
                <a:path w="3557" h="4221" extrusionOk="0">
                  <a:moveTo>
                    <a:pt x="3134" y="0"/>
                  </a:moveTo>
                  <a:cubicBezTo>
                    <a:pt x="3064" y="0"/>
                    <a:pt x="2990" y="20"/>
                    <a:pt x="2918" y="63"/>
                  </a:cubicBezTo>
                  <a:lnTo>
                    <a:pt x="244" y="1735"/>
                  </a:lnTo>
                  <a:cubicBezTo>
                    <a:pt x="0" y="1947"/>
                    <a:pt x="0" y="2312"/>
                    <a:pt x="244" y="2495"/>
                  </a:cubicBezTo>
                  <a:lnTo>
                    <a:pt x="2918" y="4166"/>
                  </a:lnTo>
                  <a:cubicBezTo>
                    <a:pt x="2985" y="4203"/>
                    <a:pt x="3057" y="4220"/>
                    <a:pt x="3128" y="4220"/>
                  </a:cubicBezTo>
                  <a:cubicBezTo>
                    <a:pt x="3348" y="4220"/>
                    <a:pt x="3557" y="4054"/>
                    <a:pt x="3557" y="3802"/>
                  </a:cubicBezTo>
                  <a:lnTo>
                    <a:pt x="3557" y="458"/>
                  </a:lnTo>
                  <a:cubicBezTo>
                    <a:pt x="3557" y="203"/>
                    <a:pt x="3362" y="0"/>
                    <a:pt x="3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7" name="Google Shape;2267;p93"/>
          <p:cNvGrpSpPr/>
          <p:nvPr/>
        </p:nvGrpSpPr>
        <p:grpSpPr>
          <a:xfrm>
            <a:off x="2113226" y="619336"/>
            <a:ext cx="572266" cy="485128"/>
            <a:chOff x="5215992" y="1423628"/>
            <a:chExt cx="459836" cy="389787"/>
          </a:xfrm>
        </p:grpSpPr>
        <p:sp>
          <p:nvSpPr>
            <p:cNvPr id="2268" name="Google Shape;2268;p93"/>
            <p:cNvSpPr/>
            <p:nvPr/>
          </p:nvSpPr>
          <p:spPr>
            <a:xfrm>
              <a:off x="5215992" y="1423628"/>
              <a:ext cx="459836" cy="389787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3"/>
            <p:cNvSpPr/>
            <p:nvPr/>
          </p:nvSpPr>
          <p:spPr>
            <a:xfrm>
              <a:off x="5360634" y="1526348"/>
              <a:ext cx="170547" cy="138713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2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800"/>
                                        <p:tgtEl>
                                          <p:spTgt spid="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/>
                                        <p:tgtEl>
                                          <p:spTgt spid="2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800"/>
                                        <p:tgtEl>
                                          <p:spTgt spid="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" dur="800" fill="hold"/>
                                        <p:tgtEl>
                                          <p:spTgt spid="22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9" dur="800" fill="hold"/>
                                        <p:tgtEl>
                                          <p:spTgt spid="22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Online News App by Slidesgo">
  <a:themeElements>
    <a:clrScheme name="Simple Light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0D2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183</Words>
  <Application>Microsoft Macintosh PowerPoint</Application>
  <PresentationFormat>On-screen Show (16:9)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Fira Sans Extra Condensed</vt:lpstr>
      <vt:lpstr>Wingdings</vt:lpstr>
      <vt:lpstr>Orbitron</vt:lpstr>
      <vt:lpstr>Denk One</vt:lpstr>
      <vt:lpstr>Arial</vt:lpstr>
      <vt:lpstr>Quicksand</vt:lpstr>
      <vt:lpstr> Online News App by Slidesgo</vt:lpstr>
      <vt:lpstr>Sudoku</vt:lpstr>
      <vt:lpstr>02</vt:lpstr>
      <vt:lpstr>Sudoku Game</vt:lpstr>
      <vt:lpstr>Demo:</vt:lpstr>
      <vt:lpstr>What makes our game unique?</vt:lpstr>
      <vt:lpstr>Future Directions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Jmoussa</cp:lastModifiedBy>
  <cp:revision>13</cp:revision>
  <dcterms:modified xsi:type="dcterms:W3CDTF">2025-12-01T23:16:25Z</dcterms:modified>
</cp:coreProperties>
</file>